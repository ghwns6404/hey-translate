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75" r:id="rId3"/>
    <p:sldId id="271" r:id="rId4"/>
    <p:sldId id="272" r:id="rId5"/>
    <p:sldId id="273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it1" initials="b" lastIdx="1" clrIdx="0">
    <p:extLst>
      <p:ext uri="{19B8F6BF-5375-455C-9EA6-DF929625EA0E}">
        <p15:presenceInfo xmlns:p15="http://schemas.microsoft.com/office/powerpoint/2012/main" userId="bit1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2D3A9E-1ADB-43FF-B7E2-770576A47D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B48AD5F-E36C-4C6C-ACC0-E83AB0FC2C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9F9E73-C49C-43E8-A346-3E32EDD08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4C71D-84E4-41CE-AF2E-B1FE947487AA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B79B95-8F19-4D49-A0CE-18BD760CF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435A1E-D56E-4A1D-A1A2-7C1B31DD0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1C32-6F0E-4E95-BF0C-4E4957F6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923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230516-AC60-477D-A564-BD1C3A125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27C5F8-6E89-4DCE-B311-7D4211FC5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03151A-EE8C-4773-BFA9-9DA136F3B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4C71D-84E4-41CE-AF2E-B1FE947487AA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F8791D-129D-448D-8880-BF28CB42F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FD3A95-B48E-48E3-A8B9-01E02048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1C32-6F0E-4E95-BF0C-4E4957F6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696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1EE65-3330-4D1E-A1E4-29EA0ACD3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5ED1CC-5BEE-43FB-943C-BB6CB5171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8DA690-3763-426B-BE62-B2240BEFD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4C71D-84E4-41CE-AF2E-B1FE947487AA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22C40B-612D-4702-941C-0926137E3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00E02A-5E72-4EF4-A2AA-DBB744760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1C32-6F0E-4E95-BF0C-4E4957F6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67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CC3B37-7926-40F7-BAD8-FE12AD91B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C2FE5C-AE44-424F-88EB-FC46505DE7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942C2C7-6256-48FB-A97C-840339D3BB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778873-37AD-4D8D-8A17-56A95FBAF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4C71D-84E4-41CE-AF2E-B1FE947487AA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D33490-B54D-44AF-89A0-BAF150242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6147BE-23A5-47CA-9AF9-615B3AF73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1C32-6F0E-4E95-BF0C-4E4957F6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2246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BAE9F6-9DB0-43FA-BB33-69CEBAD49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7EF7AF-5225-4503-AD51-BAF679B8E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859831-00E6-4568-85E1-B23405699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7DCF695-A721-4669-8244-1AC4F66C60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4592AD4-AD17-44FE-A5E2-DDFD5E008E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2F3A969-4629-4A8A-807D-C45AD9B23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4C71D-84E4-41CE-AF2E-B1FE947487AA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C48E566-2C69-40E7-81FF-341164558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E990CF9-6747-4318-B35D-D2AE5F098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1C32-6F0E-4E95-BF0C-4E4957F6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2071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490D08-2B34-4F71-B54D-94B09E181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D46AC09-3E7D-4A1D-96A7-C5CF7859F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4C71D-84E4-41CE-AF2E-B1FE947487AA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5A84C74-5021-42CC-A035-F5E7A27E3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4C2314E-10DC-40A3-B299-9AB9AF5E3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1C32-6F0E-4E95-BF0C-4E4957F6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455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3331912-C2A5-4808-B69B-057139094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4C71D-84E4-41CE-AF2E-B1FE947487AA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222F4BF-91CC-4330-A6FF-1D33F9E07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0E52A5-35E0-4AD4-8160-0BFA4115F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1C32-6F0E-4E95-BF0C-4E4957F6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8165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A9D8EC-E531-49F7-B488-5F731188B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D6F9D1-0659-4691-A687-A8E2A48C4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1FFDBBA-8BD7-4E18-B082-7E791ED94C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EA8DAF-0CA7-429A-90DF-C75C5F05F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4C71D-84E4-41CE-AF2E-B1FE947487AA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3884DD5-5F6D-4510-BE9D-BCF189075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13D745-A40C-4F1C-8516-4139AE221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1C32-6F0E-4E95-BF0C-4E4957F6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628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BF7A8A-4ADA-43D7-905C-511B9058D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D263474-6AD0-4D74-89D2-1990F805C4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FFB3683-DE74-48B9-8065-0A6B79A0F8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0AF580-FFD8-413E-A619-41552A147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4C71D-84E4-41CE-AF2E-B1FE947487AA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CAAD50-7EB0-4D5D-B32B-BB8818141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08B825-68C8-4E65-98D1-50B62EBBA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1C32-6F0E-4E95-BF0C-4E4957F6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563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4F3127-A63A-4C9D-8F0C-3B7969FF0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FC631D-996E-44D0-BF11-C200D6BD84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1EA2E3-CB9D-4C67-9D3F-CA1697BDA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4C71D-84E4-41CE-AF2E-B1FE947487AA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DA2007-91B2-46F8-A211-40FA33E8B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8AC435-0259-4A2E-8CFA-4E2D763F4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1C32-6F0E-4E95-BF0C-4E4957F6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559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B239834-F562-4824-B657-441427A5C1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AB00968-ED2A-4F6D-8A97-E8387A463D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4D8D30-2A4F-4AED-9BD6-C2EEA8361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4C71D-84E4-41CE-AF2E-B1FE947487AA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F1073C-8988-48D2-8B0F-28ABE3C71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5F556F-8E57-4E4E-ADC0-07D9699A2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61C32-6F0E-4E95-BF0C-4E4957F6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1381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FD8FDDB-5F0A-48A0-8377-AD1FBDBAC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29DC5E-07B5-418D-B3E2-97F659AED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CD619B-1997-44EE-96CF-C32DFD93CD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4C71D-84E4-41CE-AF2E-B1FE947487AA}" type="datetimeFigureOut">
              <a:rPr lang="ko-KR" altLang="en-US" smtClean="0"/>
              <a:t>2025-05-28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8BFB27-9EC1-42A1-9CA8-F31D2D55B6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F536B6-DFA4-4BA9-A4F7-4348F53D9A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661C32-6F0E-4E95-BF0C-4E4957F63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567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hyperlink" Target="https://namu.wiki/w/%EC%A4%91%EA%B5%AD%EC%96%B4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hyperlink" Target="https://namu.wiki/w/%EC%A4%91%EA%B5%AD%EC%96%B4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568672"/>
              </p:ext>
            </p:extLst>
          </p:nvPr>
        </p:nvGraphicFramePr>
        <p:xfrm>
          <a:off x="449199" y="258953"/>
          <a:ext cx="238908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9080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3922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&lt;&lt;</a:t>
                      </a:r>
                      <a:r>
                        <a:rPr lang="en-US" altLang="ko-KR" sz="200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stt</a:t>
                      </a:r>
                      <a:r>
                        <a:rPr lang="ko-KR" altLang="en-US" sz="200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객체</a:t>
                      </a:r>
                      <a:r>
                        <a:rPr lang="en-US" altLang="ko-KR" sz="2000"/>
                        <a:t>&gt;&gt;</a:t>
                      </a:r>
                    </a:p>
                    <a:p>
                      <a:pPr algn="ctr" latinLnBrk="1"/>
                      <a:r>
                        <a:rPr lang="en-US" altLang="ko-KR" sz="2000" b="1"/>
                        <a:t>STT</a:t>
                      </a:r>
                      <a:endParaRPr lang="ko-KR" altLang="en-US" sz="20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  <a:tr h="2078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Control</a:t>
                      </a:r>
                      <a:r>
                        <a:rPr lang="ko-KR" altLang="en-US" sz="1100"/>
                        <a:t>한테 받은 음성정보를 </a:t>
                      </a:r>
                      <a:r>
                        <a:rPr lang="en-US" altLang="ko-KR" sz="1100"/>
                        <a:t>text</a:t>
                      </a:r>
                      <a:r>
                        <a:rPr lang="ko-KR" altLang="en-US" sz="1100"/>
                        <a:t>로 변경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978065"/>
                  </a:ext>
                </a:extLst>
              </a:tr>
              <a:tr h="2075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/>
                        <a:t>정보를 </a:t>
                      </a:r>
                      <a:r>
                        <a:rPr lang="ko-KR" altLang="en-US" sz="1100" err="1"/>
                        <a:t>번역객체한테</a:t>
                      </a:r>
                      <a:r>
                        <a:rPr lang="ko-KR" altLang="en-US" sz="1100"/>
                        <a:t> 넘겨줌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352173"/>
                  </a:ext>
                </a:extLst>
              </a:tr>
              <a:tr h="2075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/>
                        <a:t>생성자</a:t>
                      </a:r>
                      <a:r>
                        <a:rPr lang="en-US" altLang="ko-KR" sz="1100"/>
                        <a:t> (complete_callback, realtime callback, “</a:t>
                      </a:r>
                      <a:r>
                        <a:rPr lang="ko-KR" altLang="en-US" sz="1100"/>
                        <a:t>모드명</a:t>
                      </a:r>
                      <a:r>
                        <a:rPr lang="en-US" altLang="ko-KR" sz="1100"/>
                        <a:t>”)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94292"/>
                  </a:ext>
                </a:extLst>
              </a:tr>
              <a:tr h="2075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set_mode( “</a:t>
                      </a:r>
                      <a:r>
                        <a:rPr lang="ko-KR" altLang="en-US" sz="1100"/>
                        <a:t>모드명</a:t>
                      </a:r>
                      <a:r>
                        <a:rPr lang="en-US" altLang="ko-KR" sz="1100"/>
                        <a:t>” 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142142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389927"/>
              </p:ext>
            </p:extLst>
          </p:nvPr>
        </p:nvGraphicFramePr>
        <p:xfrm>
          <a:off x="5186536" y="226979"/>
          <a:ext cx="6083245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83245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6034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&lt;&lt;</a:t>
                      </a:r>
                      <a:r>
                        <a:rPr lang="en-US" altLang="ko-KR" sz="1400" err="1"/>
                        <a:t>ui</a:t>
                      </a:r>
                      <a:r>
                        <a:rPr lang="ko-KR" altLang="en-US" sz="1400"/>
                        <a:t>한테 받은 정보를 처리</a:t>
                      </a:r>
                      <a:r>
                        <a:rPr lang="en-US" altLang="ko-KR" sz="1400"/>
                        <a:t>(</a:t>
                      </a:r>
                      <a:r>
                        <a:rPr lang="ko-KR" altLang="en-US" sz="1400"/>
                        <a:t>정제</a:t>
                      </a:r>
                      <a:r>
                        <a:rPr lang="en-US" altLang="ko-KR" sz="1400"/>
                        <a:t>)&gt;&gt;</a:t>
                      </a:r>
                    </a:p>
                    <a:p>
                      <a:pPr algn="ctr" latinLnBrk="1"/>
                      <a:r>
                        <a:rPr lang="en-US" altLang="ko-KR" sz="2000" b="1"/>
                        <a:t>Control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  <a:tr h="7241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/>
                        <a:t>start() – </a:t>
                      </a:r>
                      <a:r>
                        <a:rPr lang="ko-KR" altLang="en-US" sz="1400" b="0"/>
                        <a:t>설정 불러옴</a:t>
                      </a:r>
                      <a:r>
                        <a:rPr lang="en-US" altLang="ko-KR" sz="1400" b="0"/>
                        <a:t>, SoundInput</a:t>
                      </a:r>
                      <a:r>
                        <a:rPr lang="ko-KR" altLang="en-US" sz="1400" b="0"/>
                        <a:t>객체 생성 후 초기화</a:t>
                      </a:r>
                      <a:endParaRPr lang="en-US" altLang="ko-KR" sz="1400" b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/>
                        <a:t>Stt</a:t>
                      </a:r>
                      <a:r>
                        <a:rPr lang="ko-KR" altLang="en-US" sz="1400" b="0"/>
                        <a:t>객체도 만들어야함</a:t>
                      </a:r>
                      <a:r>
                        <a:rPr lang="en-US" altLang="ko-KR" sz="1400" b="0"/>
                        <a:t>(self.on_stt_complete,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/>
                        <a:t>                            self.on_stt_realtime)</a:t>
                      </a:r>
                      <a:endParaRPr lang="ko-KR" altLang="en-US" sz="14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978065"/>
                  </a:ext>
                </a:extLst>
              </a:tr>
              <a:tr h="3017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/>
                        <a:t>exit() - </a:t>
                      </a:r>
                      <a:r>
                        <a:rPr lang="ko-KR" altLang="en-US" sz="1400" b="0"/>
                        <a:t>바꾼 설정저장 후 종료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352173"/>
                  </a:ext>
                </a:extLst>
              </a:tr>
              <a:tr h="5129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err="1"/>
                        <a:t>record_start</a:t>
                      </a:r>
                      <a:r>
                        <a:rPr lang="en-US" altLang="ko-KR" sz="1400" b="0"/>
                        <a:t>(</a:t>
                      </a:r>
                      <a:r>
                        <a:rPr lang="ko-KR" altLang="en-US" sz="1400" b="0"/>
                        <a:t>마이크 이름</a:t>
                      </a:r>
                      <a:r>
                        <a:rPr lang="en-US" altLang="ko-KR" sz="1400" b="0"/>
                        <a:t>) -&gt; UI</a:t>
                      </a:r>
                      <a:r>
                        <a:rPr lang="ko-KR" altLang="en-US" sz="1400" b="0"/>
                        <a:t>가 갖고있던 선택된 마이크의 </a:t>
                      </a:r>
                      <a:endParaRPr lang="en-US" altLang="ko-KR" sz="1400" b="0"/>
                    </a:p>
                    <a:p>
                      <a:pPr algn="ctr" latinLnBrk="1"/>
                      <a:r>
                        <a:rPr lang="ko-KR" altLang="en-US" sz="1400" b="0"/>
                        <a:t>인덱스를 구함</a:t>
                      </a:r>
                      <a:r>
                        <a:rPr lang="en-US" altLang="ko-KR" sz="1400" b="0"/>
                        <a:t> </a:t>
                      </a:r>
                      <a:endParaRPr lang="ko-KR" altLang="en-US" sz="14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48192"/>
                  </a:ext>
                </a:extLst>
              </a:tr>
              <a:tr h="3017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err="1"/>
                        <a:t>record</a:t>
                      </a:r>
                      <a:r>
                        <a:rPr lang="en-US" altLang="ko-KR" sz="1400" b="0"/>
                        <a:t>_stop() -&gt; SoundInput. input_exit()</a:t>
                      </a:r>
                      <a:endParaRPr lang="ko-KR" altLang="en-US" sz="14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0161065"/>
                  </a:ext>
                </a:extLst>
              </a:tr>
              <a:tr h="2715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get_microphones() -&gt; </a:t>
                      </a:r>
                      <a:r>
                        <a:rPr lang="ko-KR" altLang="en-US" sz="1200" b="0"/>
                        <a:t>딕셔너리 형태로 </a:t>
                      </a:r>
                      <a:r>
                        <a:rPr lang="en-US" altLang="ko-KR" sz="1200" b="0"/>
                        <a:t>return[</a:t>
                      </a:r>
                      <a:r>
                        <a:rPr lang="ko-KR" altLang="en-US" sz="1200" b="0"/>
                        <a:t>마이크 이름 </a:t>
                      </a:r>
                      <a:r>
                        <a:rPr lang="en-US" altLang="ko-KR" sz="1200" b="0"/>
                        <a:t>: </a:t>
                      </a:r>
                      <a:r>
                        <a:rPr lang="ko-KR" altLang="en-US" sz="1200" b="0"/>
                        <a:t>인덱스</a:t>
                      </a:r>
                      <a:r>
                        <a:rPr lang="en-US" altLang="ko-KR" sz="1200" b="0"/>
                        <a:t>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34857"/>
                  </a:ext>
                </a:extLst>
              </a:tr>
              <a:tr h="27155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(</a:t>
                      </a:r>
                      <a:r>
                        <a:rPr lang="ko-KR" altLang="en-US" sz="1200" b="0"/>
                        <a:t>완성된거</a:t>
                      </a:r>
                      <a:r>
                        <a:rPr lang="en-US" altLang="ko-KR" sz="1200" b="0"/>
                        <a:t>)                on_stt_complete( </a:t>
                      </a:r>
                      <a:r>
                        <a:rPr lang="ko-KR" altLang="en-US" sz="1200" b="0"/>
                        <a:t>원본문자열</a:t>
                      </a:r>
                      <a:r>
                        <a:rPr lang="en-US" altLang="ko-KR" sz="1200" b="0"/>
                        <a:t> 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0225822"/>
                  </a:ext>
                </a:extLst>
              </a:tr>
              <a:tr h="2715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/>
                        <a:t>(</a:t>
                      </a:r>
                      <a:r>
                        <a:rPr lang="ko-KR" altLang="en-US" sz="1200" b="0"/>
                        <a:t>실시간으로 나오던거</a:t>
                      </a:r>
                      <a:r>
                        <a:rPr lang="en-US" altLang="ko-KR" sz="1200" b="0"/>
                        <a:t>) on_stt_realtime(</a:t>
                      </a:r>
                      <a:r>
                        <a:rPr lang="ko-KR" altLang="en-US" sz="1200" b="0"/>
                        <a:t>원본문자열 </a:t>
                      </a:r>
                      <a:r>
                        <a:rPr lang="en-US" altLang="ko-KR" sz="1200" b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654339"/>
                  </a:ext>
                </a:extLst>
              </a:tr>
            </a:tbl>
          </a:graphicData>
        </a:graphic>
      </p:graphicFrame>
      <p:sp>
        <p:nvSpPr>
          <p:cNvPr id="11" name="직사각형 10"/>
          <p:cNvSpPr/>
          <p:nvPr/>
        </p:nvSpPr>
        <p:spPr>
          <a:xfrm>
            <a:off x="221454" y="74311"/>
            <a:ext cx="2896884" cy="2465165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779883"/>
              </p:ext>
            </p:extLst>
          </p:nvPr>
        </p:nvGraphicFramePr>
        <p:xfrm>
          <a:off x="846929" y="6206656"/>
          <a:ext cx="2389080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9080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2742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&lt;&lt;</a:t>
                      </a:r>
                      <a:r>
                        <a:rPr lang="ko-KR" altLang="en-US" sz="1600"/>
                        <a:t>시작점</a:t>
                      </a:r>
                      <a:r>
                        <a:rPr lang="en-US" altLang="ko-KR" sz="1600"/>
                        <a:t>&gt;&gt;</a:t>
                      </a:r>
                    </a:p>
                    <a:p>
                      <a:pPr algn="ctr" latinLnBrk="1"/>
                      <a:r>
                        <a:rPr lang="en-US" altLang="ko-KR" sz="2000" b="1"/>
                        <a:t>main</a:t>
                      </a:r>
                      <a:endParaRPr lang="ko-KR" altLang="en-US" sz="20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</a:tbl>
          </a:graphicData>
        </a:graphic>
      </p:graphicFrame>
      <p:cxnSp>
        <p:nvCxnSpPr>
          <p:cNvPr id="18" name="직선 화살표 연결선 17"/>
          <p:cNvCxnSpPr>
            <a:cxnSpLocks/>
          </p:cNvCxnSpPr>
          <p:nvPr/>
        </p:nvCxnSpPr>
        <p:spPr>
          <a:xfrm flipV="1">
            <a:off x="2041469" y="5559845"/>
            <a:ext cx="0" cy="64681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715691" y="3126226"/>
            <a:ext cx="2565650" cy="2432189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cxnSp>
        <p:nvCxnSpPr>
          <p:cNvPr id="37" name="직선 화살표 연결선 36"/>
          <p:cNvCxnSpPr>
            <a:cxnSpLocks/>
          </p:cNvCxnSpPr>
          <p:nvPr/>
        </p:nvCxnSpPr>
        <p:spPr>
          <a:xfrm flipV="1">
            <a:off x="3236008" y="2077912"/>
            <a:ext cx="1554241" cy="101967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521899E-DB45-4FC8-BF5B-155DC3E89211}"/>
              </a:ext>
            </a:extLst>
          </p:cNvPr>
          <p:cNvSpPr/>
          <p:nvPr/>
        </p:nvSpPr>
        <p:spPr>
          <a:xfrm>
            <a:off x="4837724" y="74310"/>
            <a:ext cx="6609196" cy="4372643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3E3BC63F-1987-4F8F-93D9-CF7F25687E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4550389"/>
              </p:ext>
            </p:extLst>
          </p:nvPr>
        </p:nvGraphicFramePr>
        <p:xfrm>
          <a:off x="5092447" y="4886041"/>
          <a:ext cx="2831061" cy="17449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31061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4019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&lt;&lt;</a:t>
                      </a:r>
                      <a:r>
                        <a:rPr lang="ko-KR" altLang="en-US" sz="1600"/>
                        <a:t>번역객체 </a:t>
                      </a:r>
                      <a:r>
                        <a:rPr lang="en-US" altLang="ko-KR" sz="1600"/>
                        <a:t>(</a:t>
                      </a:r>
                      <a:r>
                        <a:rPr lang="en-US" altLang="ko-KR" sz="1600" err="1"/>
                        <a:t>deepL</a:t>
                      </a:r>
                      <a:r>
                        <a:rPr lang="en-US" altLang="ko-KR" sz="1600"/>
                        <a:t> API&gt;&gt;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/>
                        <a:t>Translate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  <a:tr h="2075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Translate(</a:t>
                      </a:r>
                      <a:r>
                        <a:rPr lang="ko-KR" altLang="en-US" sz="1050"/>
                        <a:t>결과 언어</a:t>
                      </a:r>
                      <a:r>
                        <a:rPr lang="en-US" altLang="ko-KR" sz="1050"/>
                        <a:t>(</a:t>
                      </a:r>
                      <a:r>
                        <a:rPr lang="ko-KR" altLang="en-US" sz="1050"/>
                        <a:t>리스트</a:t>
                      </a:r>
                      <a:r>
                        <a:rPr lang="en-US" altLang="ko-KR" sz="1050"/>
                        <a:t>), </a:t>
                      </a:r>
                      <a:r>
                        <a:rPr lang="ko-KR" altLang="en-US" sz="1050"/>
                        <a:t>번역 대상</a:t>
                      </a:r>
                      <a:r>
                        <a:rPr lang="en-US" altLang="ko-KR" sz="1050"/>
                        <a:t>)</a:t>
                      </a:r>
                    </a:p>
                    <a:p>
                      <a:pPr algn="ctr" latinLnBrk="1"/>
                      <a:r>
                        <a:rPr lang="en-US" altLang="ko-KR" sz="1050"/>
                        <a:t>Return </a:t>
                      </a:r>
                      <a:r>
                        <a:rPr lang="ko-KR" altLang="en-US" sz="1050"/>
                        <a:t>번역결과</a:t>
                      </a:r>
                      <a:r>
                        <a:rPr lang="en-US" altLang="ko-KR" sz="1050"/>
                        <a:t>(</a:t>
                      </a:r>
                      <a:r>
                        <a:rPr lang="ko-KR" altLang="en-US" sz="1050"/>
                        <a:t>리스트</a:t>
                      </a:r>
                      <a:r>
                        <a:rPr lang="en-US" altLang="ko-KR" sz="1050"/>
                        <a:t>)</a:t>
                      </a:r>
                      <a:endParaRPr lang="ko-KR" alt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978065"/>
                  </a:ext>
                </a:extLst>
              </a:tr>
              <a:tr h="2075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Control</a:t>
                      </a:r>
                      <a:r>
                        <a:rPr lang="ko-KR" altLang="en-US" sz="1050"/>
                        <a:t>한테 받은 음성정보 </a:t>
                      </a:r>
                      <a:r>
                        <a:rPr lang="en-US" altLang="ko-KR" sz="1050"/>
                        <a:t>-&gt; </a:t>
                      </a:r>
                      <a:r>
                        <a:rPr lang="ko-KR" altLang="en-US" sz="1050"/>
                        <a:t>번역본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352173"/>
                  </a:ext>
                </a:extLst>
              </a:tr>
              <a:tr h="2075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set_key(api </a:t>
                      </a:r>
                      <a:r>
                        <a:rPr lang="ko-KR" altLang="en-US" sz="1050"/>
                        <a:t>키</a:t>
                      </a:r>
                      <a:r>
                        <a:rPr lang="en-US" altLang="ko-KR" sz="105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20818"/>
                  </a:ext>
                </a:extLst>
              </a:tr>
              <a:tr h="2075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Init </a:t>
                      </a:r>
                      <a:r>
                        <a:rPr lang="ko-KR" altLang="en-US" sz="1050"/>
                        <a:t>생성자에서 </a:t>
                      </a:r>
                      <a:r>
                        <a:rPr lang="en-US" altLang="ko-KR" sz="1050"/>
                        <a:t>api</a:t>
                      </a:r>
                      <a:r>
                        <a:rPr lang="ko-KR" altLang="en-US" sz="1050"/>
                        <a:t>키를 받음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930955"/>
                  </a:ext>
                </a:extLst>
              </a:tr>
            </a:tbl>
          </a:graphicData>
        </a:graphic>
      </p:graphicFrame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6C208220-B372-4416-A148-E017C0F0C9B4}"/>
              </a:ext>
            </a:extLst>
          </p:cNvPr>
          <p:cNvCxnSpPr>
            <a:cxnSpLocks/>
          </p:cNvCxnSpPr>
          <p:nvPr/>
        </p:nvCxnSpPr>
        <p:spPr>
          <a:xfrm flipH="1">
            <a:off x="2990215" y="1102367"/>
            <a:ext cx="1800034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76A8FE6B-1E30-44D8-85D2-C1360C5E9E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071697"/>
              </p:ext>
            </p:extLst>
          </p:nvPr>
        </p:nvGraphicFramePr>
        <p:xfrm>
          <a:off x="908653" y="3194424"/>
          <a:ext cx="2081561" cy="21567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1561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7517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/>
                        <a:t>&lt;&lt;</a:t>
                      </a:r>
                      <a:r>
                        <a:rPr lang="ko-KR" altLang="en-US" sz="1400" b="1"/>
                        <a:t>부모 </a:t>
                      </a:r>
                      <a:r>
                        <a:rPr lang="en-US" altLang="ko-KR" sz="1400" b="1"/>
                        <a:t>UI</a:t>
                      </a:r>
                      <a:r>
                        <a:rPr lang="ko-KR" altLang="en-US" sz="1400" b="1"/>
                        <a:t>객체</a:t>
                      </a:r>
                      <a:r>
                        <a:rPr lang="en-US" altLang="ko-KR" sz="1400" b="1"/>
                        <a:t>&gt;&gt;</a:t>
                      </a:r>
                    </a:p>
                    <a:p>
                      <a:pPr algn="ctr" latinLnBrk="1"/>
                      <a:r>
                        <a:rPr lang="en-US" altLang="ko-KR" sz="1800" b="1"/>
                        <a:t>App</a:t>
                      </a:r>
                    </a:p>
                    <a:p>
                      <a:pPr algn="ctr" latinLnBrk="1"/>
                      <a:r>
                        <a:rPr lang="en-US" altLang="ko-KR" sz="1100" b="0" i="1"/>
                        <a:t>(5</a:t>
                      </a:r>
                      <a:r>
                        <a:rPr lang="ko-KR" altLang="en-US" sz="1100" b="0" i="1"/>
                        <a:t>개의 클래스</a:t>
                      </a:r>
                      <a:r>
                        <a:rPr lang="en-US" altLang="ko-KR" sz="1100" b="0" i="1"/>
                        <a:t>)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  <a:tr h="2809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err="1"/>
                        <a:t>AppHeaderFrame</a:t>
                      </a:r>
                      <a:r>
                        <a:rPr lang="en-US" altLang="ko-KR" sz="1050" b="1"/>
                        <a:t> ()</a:t>
                      </a:r>
                      <a:endParaRPr lang="ko-KR" altLang="en-US" sz="1050" b="1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978065"/>
                  </a:ext>
                </a:extLst>
              </a:tr>
              <a:tr h="2809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err="1">
                          <a:solidFill>
                            <a:schemeClr val="tx1"/>
                          </a:solidFill>
                        </a:rPr>
                        <a:t>LangFrame</a:t>
                      </a:r>
                      <a:r>
                        <a:rPr lang="en-US" altLang="ko-KR" sz="1050" b="1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ko-KR" altLang="en-US" sz="1050" b="1">
                          <a:solidFill>
                            <a:schemeClr val="tx1"/>
                          </a:solidFill>
                        </a:rPr>
                        <a:t>언어 덩어리</a:t>
                      </a:r>
                      <a:r>
                        <a:rPr lang="en-US" altLang="ko-KR" sz="1050" b="1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5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352173"/>
                  </a:ext>
                </a:extLst>
              </a:tr>
              <a:tr h="2809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err="1"/>
                        <a:t>AppTranslateFrame</a:t>
                      </a:r>
                      <a:r>
                        <a:rPr lang="en-US" altLang="ko-KR" sz="1000" b="1"/>
                        <a:t> (</a:t>
                      </a:r>
                      <a:r>
                        <a:rPr lang="ko-KR" altLang="en-US" sz="1000" b="1"/>
                        <a:t>번역</a:t>
                      </a:r>
                      <a:r>
                        <a:rPr lang="en-US" altLang="ko-KR" sz="1000" b="1"/>
                        <a:t>)</a:t>
                      </a:r>
                      <a:endParaRPr lang="ko-KR" altLang="en-US" sz="1000" b="1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480887"/>
                  </a:ext>
                </a:extLst>
              </a:tr>
              <a:tr h="2809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err="1"/>
                        <a:t>AppSettingFrame</a:t>
                      </a:r>
                      <a:r>
                        <a:rPr lang="en-US" altLang="ko-KR" sz="1000" b="1"/>
                        <a:t> (</a:t>
                      </a:r>
                      <a:r>
                        <a:rPr lang="ko-KR" altLang="en-US" sz="1000" b="1"/>
                        <a:t>설정</a:t>
                      </a:r>
                      <a:r>
                        <a:rPr lang="en-US" altLang="ko-KR" sz="1000" b="1"/>
                        <a:t>)</a:t>
                      </a:r>
                      <a:endParaRPr lang="ko-KR" altLang="en-US" sz="1000" b="1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33697"/>
                  </a:ext>
                </a:extLst>
              </a:tr>
              <a:tr h="2809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err="1"/>
                        <a:t>AppHelpFrame</a:t>
                      </a:r>
                      <a:r>
                        <a:rPr lang="en-US" altLang="ko-KR" sz="1000" b="1"/>
                        <a:t> (</a:t>
                      </a:r>
                      <a:r>
                        <a:rPr lang="ko-KR" altLang="en-US" sz="1000" b="1"/>
                        <a:t>도움말</a:t>
                      </a:r>
                      <a:r>
                        <a:rPr lang="en-US" altLang="ko-KR" sz="1000" b="1"/>
                        <a:t>)</a:t>
                      </a:r>
                      <a:endParaRPr lang="ko-KR" altLang="en-US" sz="1000" b="1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238302"/>
                  </a:ext>
                </a:extLst>
              </a:tr>
            </a:tbl>
          </a:graphicData>
        </a:graphic>
      </p:graphicFrame>
      <p:sp>
        <p:nvSpPr>
          <p:cNvPr id="27" name="사각형: 잘린 한쪽 모서리 26">
            <a:extLst>
              <a:ext uri="{FF2B5EF4-FFF2-40B4-BE49-F238E27FC236}">
                <a16:creationId xmlns:a16="http://schemas.microsoft.com/office/drawing/2014/main" id="{91035CCE-6F08-481F-9BC9-80C38CF258D4}"/>
              </a:ext>
            </a:extLst>
          </p:cNvPr>
          <p:cNvSpPr/>
          <p:nvPr/>
        </p:nvSpPr>
        <p:spPr>
          <a:xfrm>
            <a:off x="347680" y="2732473"/>
            <a:ext cx="3302106" cy="2989772"/>
          </a:xfrm>
          <a:prstGeom prst="snip1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31EC28C-8823-48EA-AE2E-24B44083440C}"/>
              </a:ext>
            </a:extLst>
          </p:cNvPr>
          <p:cNvSpPr txBox="1"/>
          <p:nvPr/>
        </p:nvSpPr>
        <p:spPr>
          <a:xfrm>
            <a:off x="297058" y="2724118"/>
            <a:ext cx="8707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solidFill>
                  <a:schemeClr val="accent6"/>
                </a:solidFill>
              </a:rPr>
              <a:t>UI</a:t>
            </a:r>
            <a:r>
              <a:rPr lang="ko-KR" altLang="en-US">
                <a:solidFill>
                  <a:schemeClr val="accent6"/>
                </a:solidFill>
              </a:rPr>
              <a:t>폴더</a:t>
            </a:r>
          </a:p>
          <a:p>
            <a:endParaRPr lang="ko-KR" altLang="en-US">
              <a:solidFill>
                <a:schemeClr val="accent6"/>
              </a:solidFill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F1EE40DF-8E0E-4134-8B19-E6B91A36CA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495944"/>
              </p:ext>
            </p:extLst>
          </p:nvPr>
        </p:nvGraphicFramePr>
        <p:xfrm>
          <a:off x="9750891" y="5037660"/>
          <a:ext cx="2441109" cy="158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41109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3855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/>
                        <a:t>&lt;&lt;</a:t>
                      </a:r>
                      <a:r>
                        <a:rPr lang="ko-KR" altLang="en-US" sz="1600"/>
                        <a:t>오디오 입출력</a:t>
                      </a:r>
                      <a:r>
                        <a:rPr lang="en-US" altLang="ko-KR" sz="1600"/>
                        <a:t>&gt;&gt;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/>
                        <a:t>SoundInput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  <a:tr h="2075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/>
                        <a:t>생성자에서 </a:t>
                      </a:r>
                      <a:r>
                        <a:rPr lang="en-US" altLang="ko-KR" sz="900" b="1"/>
                        <a:t>callback</a:t>
                      </a:r>
                      <a:endParaRPr lang="ko-KR" altLang="en-US" sz="9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978065"/>
                  </a:ext>
                </a:extLst>
              </a:tr>
              <a:tr h="2075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/>
                        <a:t>input_start(</a:t>
                      </a:r>
                      <a:r>
                        <a:rPr lang="ko-KR" altLang="en-US" sz="1100" b="0"/>
                        <a:t>디바이스 인덱스</a:t>
                      </a:r>
                      <a:r>
                        <a:rPr lang="en-US" altLang="ko-KR" sz="1100" b="0"/>
                        <a:t>)</a:t>
                      </a:r>
                      <a:endParaRPr lang="ko-KR" altLang="en-US" sz="11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352173"/>
                  </a:ext>
                </a:extLst>
              </a:tr>
              <a:tr h="2075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/>
                        <a:t>input_exit()</a:t>
                      </a:r>
                      <a:endParaRPr lang="ko-KR" altLang="en-US" sz="11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383597"/>
                  </a:ext>
                </a:extLst>
              </a:tr>
              <a:tr h="2075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444406"/>
                  </a:ext>
                </a:extLst>
              </a:tr>
            </a:tbl>
          </a:graphicData>
        </a:graphic>
      </p:graphicFrame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CC8D232C-E876-4F31-B8DD-E07756E02E67}"/>
              </a:ext>
            </a:extLst>
          </p:cNvPr>
          <p:cNvCxnSpPr>
            <a:cxnSpLocks/>
          </p:cNvCxnSpPr>
          <p:nvPr/>
        </p:nvCxnSpPr>
        <p:spPr>
          <a:xfrm flipH="1">
            <a:off x="6392985" y="4441702"/>
            <a:ext cx="114992" cy="44433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7B1483C9-6B99-4773-A02B-749B629EE95A}"/>
              </a:ext>
            </a:extLst>
          </p:cNvPr>
          <p:cNvCxnSpPr>
            <a:cxnSpLocks/>
          </p:cNvCxnSpPr>
          <p:nvPr/>
        </p:nvCxnSpPr>
        <p:spPr>
          <a:xfrm>
            <a:off x="10456985" y="4441702"/>
            <a:ext cx="664307" cy="59595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9490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F01367E-1A98-4E1A-874B-31CC35487285}"/>
              </a:ext>
            </a:extLst>
          </p:cNvPr>
          <p:cNvSpPr/>
          <p:nvPr/>
        </p:nvSpPr>
        <p:spPr>
          <a:xfrm>
            <a:off x="479471" y="177799"/>
            <a:ext cx="11303000" cy="639233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040F27A-4549-4E35-A11D-E8CB4FED64BA}"/>
              </a:ext>
            </a:extLst>
          </p:cNvPr>
          <p:cNvSpPr/>
          <p:nvPr/>
        </p:nvSpPr>
        <p:spPr>
          <a:xfrm>
            <a:off x="711199" y="992164"/>
            <a:ext cx="2370667" cy="52816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48A20F1-97F3-4163-8848-7C84B0BF55B9}"/>
              </a:ext>
            </a:extLst>
          </p:cNvPr>
          <p:cNvSpPr/>
          <p:nvPr/>
        </p:nvSpPr>
        <p:spPr>
          <a:xfrm>
            <a:off x="3318933" y="992164"/>
            <a:ext cx="8060267" cy="52816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0D2A480-FEEE-4AC0-A4F1-33E167A7C52B}"/>
              </a:ext>
            </a:extLst>
          </p:cNvPr>
          <p:cNvSpPr/>
          <p:nvPr/>
        </p:nvSpPr>
        <p:spPr>
          <a:xfrm>
            <a:off x="711198" y="524934"/>
            <a:ext cx="2370667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FECBA0-67DC-45D4-81D5-0F3B6141C08C}"/>
              </a:ext>
            </a:extLst>
          </p:cNvPr>
          <p:cNvSpPr txBox="1"/>
          <p:nvPr/>
        </p:nvSpPr>
        <p:spPr>
          <a:xfrm>
            <a:off x="1248757" y="526543"/>
            <a:ext cx="129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로고 </a:t>
            </a:r>
            <a:r>
              <a:rPr lang="en-US" altLang="ko-KR"/>
              <a:t>------</a:t>
            </a:r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F524764-ADE9-4604-8880-B9DE2852E00A}"/>
              </a:ext>
            </a:extLst>
          </p:cNvPr>
          <p:cNvSpPr/>
          <p:nvPr/>
        </p:nvSpPr>
        <p:spPr>
          <a:xfrm>
            <a:off x="1015600" y="2012850"/>
            <a:ext cx="1155800" cy="40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/>
              <a:t>설 정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6AF1D8C-24EB-41AF-B884-917AE5BF7CF0}"/>
              </a:ext>
            </a:extLst>
          </p:cNvPr>
          <p:cNvSpPr/>
          <p:nvPr/>
        </p:nvSpPr>
        <p:spPr>
          <a:xfrm>
            <a:off x="887639" y="5657134"/>
            <a:ext cx="1474604" cy="40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/>
              <a:t>언어 선택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5345EA1-1128-400E-8A0D-21C8AF25C454}"/>
              </a:ext>
            </a:extLst>
          </p:cNvPr>
          <p:cNvSpPr/>
          <p:nvPr/>
        </p:nvSpPr>
        <p:spPr>
          <a:xfrm>
            <a:off x="1015599" y="1394593"/>
            <a:ext cx="1155801" cy="40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/>
              <a:t>번 역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2BE63C3-231C-422C-B911-C3FF2021D32F}"/>
              </a:ext>
            </a:extLst>
          </p:cNvPr>
          <p:cNvSpPr/>
          <p:nvPr/>
        </p:nvSpPr>
        <p:spPr>
          <a:xfrm>
            <a:off x="3914271" y="1485202"/>
            <a:ext cx="6567461" cy="1320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0F31ADA-EAFC-4304-BE75-0962C67BF6B1}"/>
              </a:ext>
            </a:extLst>
          </p:cNvPr>
          <p:cNvSpPr/>
          <p:nvPr/>
        </p:nvSpPr>
        <p:spPr>
          <a:xfrm>
            <a:off x="3746903" y="1347828"/>
            <a:ext cx="918635" cy="296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영어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C5359DD-EB58-40D6-8891-C6ABD98527E5}"/>
              </a:ext>
            </a:extLst>
          </p:cNvPr>
          <p:cNvSpPr/>
          <p:nvPr/>
        </p:nvSpPr>
        <p:spPr>
          <a:xfrm>
            <a:off x="3992512" y="3099931"/>
            <a:ext cx="6489220" cy="1320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chemeClr val="bg1"/>
                </a:solidFill>
                <a:hlinkClick r:id="rId2" tooltip="중국어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中文中文中文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B8A560C-FB68-411E-85E5-69262BFB3C6C}"/>
              </a:ext>
            </a:extLst>
          </p:cNvPr>
          <p:cNvSpPr/>
          <p:nvPr/>
        </p:nvSpPr>
        <p:spPr>
          <a:xfrm>
            <a:off x="3755445" y="3009614"/>
            <a:ext cx="963157" cy="3153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chemeClr val="bg1"/>
                </a:solidFill>
                <a:hlinkClick r:id="rId2" tooltip="중국어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中文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EF7E449-02D9-464C-938E-E7A872E78B97}"/>
              </a:ext>
            </a:extLst>
          </p:cNvPr>
          <p:cNvSpPr/>
          <p:nvPr/>
        </p:nvSpPr>
        <p:spPr>
          <a:xfrm>
            <a:off x="3992511" y="4722896"/>
            <a:ext cx="6489219" cy="1320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err="1"/>
              <a:t>쏯쏯쏯</a:t>
            </a:r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15C3CB7-0869-496A-8106-E3729C8FF59B}"/>
              </a:ext>
            </a:extLst>
          </p:cNvPr>
          <p:cNvSpPr/>
          <p:nvPr/>
        </p:nvSpPr>
        <p:spPr>
          <a:xfrm>
            <a:off x="3723692" y="4600347"/>
            <a:ext cx="941846" cy="3074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日本語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40C778E-9111-49F7-9609-9432DEA8A8D0}"/>
              </a:ext>
            </a:extLst>
          </p:cNvPr>
          <p:cNvSpPr/>
          <p:nvPr/>
        </p:nvSpPr>
        <p:spPr>
          <a:xfrm>
            <a:off x="4281491" y="1855314"/>
            <a:ext cx="4080921" cy="1814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6566CD2-AE72-44B9-A1A5-99D9B3017FCB}"/>
              </a:ext>
            </a:extLst>
          </p:cNvPr>
          <p:cNvSpPr/>
          <p:nvPr/>
        </p:nvSpPr>
        <p:spPr>
          <a:xfrm>
            <a:off x="4281491" y="2089059"/>
            <a:ext cx="4080921" cy="1814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0117DAB-A892-417A-9CC9-E228FE852E82}"/>
              </a:ext>
            </a:extLst>
          </p:cNvPr>
          <p:cNvSpPr/>
          <p:nvPr/>
        </p:nvSpPr>
        <p:spPr>
          <a:xfrm>
            <a:off x="4281491" y="2314634"/>
            <a:ext cx="4080921" cy="1814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C1580EA-9A41-4DEC-9075-F51E4346676D}"/>
              </a:ext>
            </a:extLst>
          </p:cNvPr>
          <p:cNvSpPr/>
          <p:nvPr/>
        </p:nvSpPr>
        <p:spPr>
          <a:xfrm>
            <a:off x="4281491" y="2541472"/>
            <a:ext cx="4080921" cy="1814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9EDCA5A-49FD-46F3-8CD2-4613451204FF}"/>
              </a:ext>
            </a:extLst>
          </p:cNvPr>
          <p:cNvSpPr/>
          <p:nvPr/>
        </p:nvSpPr>
        <p:spPr>
          <a:xfrm>
            <a:off x="10293905" y="1678790"/>
            <a:ext cx="80358" cy="9222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2B03934-3130-4B4F-BEA6-B41E017E258F}"/>
              </a:ext>
            </a:extLst>
          </p:cNvPr>
          <p:cNvSpPr/>
          <p:nvPr/>
        </p:nvSpPr>
        <p:spPr>
          <a:xfrm>
            <a:off x="10293905" y="3299214"/>
            <a:ext cx="80358" cy="9222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F52962C-541E-42B2-83DE-80A602FF4590}"/>
              </a:ext>
            </a:extLst>
          </p:cNvPr>
          <p:cNvSpPr/>
          <p:nvPr/>
        </p:nvSpPr>
        <p:spPr>
          <a:xfrm>
            <a:off x="10293905" y="4886148"/>
            <a:ext cx="80358" cy="9222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B9D586E-B69A-4B56-9753-9D74D18D0C9A}"/>
              </a:ext>
            </a:extLst>
          </p:cNvPr>
          <p:cNvSpPr/>
          <p:nvPr/>
        </p:nvSpPr>
        <p:spPr>
          <a:xfrm>
            <a:off x="11193690" y="1397551"/>
            <a:ext cx="45719" cy="468793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BC96F314-4D55-46D7-8813-A013AE01D02A}"/>
              </a:ext>
            </a:extLst>
          </p:cNvPr>
          <p:cNvSpPr/>
          <p:nvPr/>
        </p:nvSpPr>
        <p:spPr>
          <a:xfrm>
            <a:off x="9764663" y="489209"/>
            <a:ext cx="829733" cy="3593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400" b="1"/>
              <a:t>저장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F7DB15B-6DF0-40CC-BE6C-09D6EA2B9512}"/>
              </a:ext>
            </a:extLst>
          </p:cNvPr>
          <p:cNvSpPr/>
          <p:nvPr/>
        </p:nvSpPr>
        <p:spPr>
          <a:xfrm>
            <a:off x="1028700" y="2631107"/>
            <a:ext cx="1148812" cy="40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/>
              <a:t>도움말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BD10779D-87FC-4233-872C-8C83098722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2353" y="552439"/>
            <a:ext cx="228600" cy="228600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3AE5E5B7-56D8-4935-9802-DE3E705F30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929" y="1495994"/>
            <a:ext cx="228600" cy="228600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5EFF6055-1E4E-4613-A3C0-C2861AB650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681" y="2119336"/>
            <a:ext cx="228600" cy="228600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CEBE27D6-7DD0-468C-80D9-3D8F00870B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681" y="2722936"/>
            <a:ext cx="228600" cy="228600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C270B35C-5574-4270-9B67-7ADE1CBA09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381" y="5746034"/>
            <a:ext cx="228600" cy="228600"/>
          </a:xfrm>
          <a:prstGeom prst="rect">
            <a:avLst/>
          </a:prstGeom>
        </p:spPr>
      </p:pic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CA5C89EE-3506-4015-9038-951198BAFB66}"/>
              </a:ext>
            </a:extLst>
          </p:cNvPr>
          <p:cNvSpPr/>
          <p:nvPr/>
        </p:nvSpPr>
        <p:spPr>
          <a:xfrm>
            <a:off x="8367667" y="486006"/>
            <a:ext cx="1274304" cy="3593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400" b="1"/>
              <a:t>녹음 시작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8AC4F01-4210-47A9-A597-13CF0F58C4D2}"/>
              </a:ext>
            </a:extLst>
          </p:cNvPr>
          <p:cNvSpPr txBox="1"/>
          <p:nvPr/>
        </p:nvSpPr>
        <p:spPr>
          <a:xfrm>
            <a:off x="4615261" y="563584"/>
            <a:ext cx="37561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i="1"/>
              <a:t>//</a:t>
            </a:r>
            <a:r>
              <a:rPr lang="ko-KR" altLang="en-US" sz="1200" i="1"/>
              <a:t>녹음시작</a:t>
            </a:r>
            <a:r>
              <a:rPr lang="en-US" altLang="ko-KR" sz="1200" i="1"/>
              <a:t>, </a:t>
            </a:r>
            <a:r>
              <a:rPr lang="ko-KR" altLang="en-US" sz="1200" i="1"/>
              <a:t>저장 </a:t>
            </a:r>
            <a:r>
              <a:rPr lang="en-US" altLang="ko-KR" sz="1200" i="1"/>
              <a:t>, </a:t>
            </a:r>
            <a:r>
              <a:rPr lang="ko-KR" altLang="en-US" sz="1200" i="1"/>
              <a:t>마이크 버튼은 </a:t>
            </a:r>
            <a:r>
              <a:rPr lang="en-US" altLang="ko-KR" sz="1200" i="1"/>
              <a:t>“</a:t>
            </a:r>
            <a:r>
              <a:rPr lang="ko-KR" altLang="en-US" sz="1200" i="1"/>
              <a:t>번역</a:t>
            </a:r>
            <a:r>
              <a:rPr lang="en-US" altLang="ko-KR" sz="1200" i="1"/>
              <a:t>”</a:t>
            </a:r>
            <a:r>
              <a:rPr lang="ko-KR" altLang="en-US" sz="1200" i="1"/>
              <a:t>탭 에서만</a:t>
            </a:r>
            <a:r>
              <a:rPr lang="en-US" altLang="ko-KR" sz="1200" i="1"/>
              <a:t>-&gt;</a:t>
            </a:r>
            <a:endParaRPr lang="ko-KR" altLang="en-US" sz="1200" i="1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06A9AD0-8329-4B47-813A-AF1F7D3A216F}"/>
              </a:ext>
            </a:extLst>
          </p:cNvPr>
          <p:cNvSpPr/>
          <p:nvPr/>
        </p:nvSpPr>
        <p:spPr>
          <a:xfrm>
            <a:off x="507013" y="294865"/>
            <a:ext cx="2628974" cy="6104467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15C02B-8C0A-4A50-8652-8D3FEA05242C}"/>
              </a:ext>
            </a:extLst>
          </p:cNvPr>
          <p:cNvSpPr txBox="1"/>
          <p:nvPr/>
        </p:nvSpPr>
        <p:spPr>
          <a:xfrm>
            <a:off x="3142098" y="281477"/>
            <a:ext cx="13325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err="1"/>
              <a:t>HeaderFrame</a:t>
            </a:r>
            <a:endParaRPr lang="ko-KR" altLang="en-US" sz="1200" b="1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35A04B0-7B87-4705-B8C6-3147C993FBA0}"/>
              </a:ext>
            </a:extLst>
          </p:cNvPr>
          <p:cNvSpPr/>
          <p:nvPr/>
        </p:nvSpPr>
        <p:spPr>
          <a:xfrm>
            <a:off x="3513743" y="1149621"/>
            <a:ext cx="7224444" cy="17590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550186B-1439-428E-A122-A8D80BE54290}"/>
              </a:ext>
            </a:extLst>
          </p:cNvPr>
          <p:cNvSpPr/>
          <p:nvPr/>
        </p:nvSpPr>
        <p:spPr>
          <a:xfrm>
            <a:off x="3196241" y="0"/>
            <a:ext cx="8753360" cy="6773333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F5548E-F792-4C9E-9EAA-CC61A0668259}"/>
              </a:ext>
            </a:extLst>
          </p:cNvPr>
          <p:cNvSpPr txBox="1"/>
          <p:nvPr/>
        </p:nvSpPr>
        <p:spPr>
          <a:xfrm>
            <a:off x="6419659" y="909910"/>
            <a:ext cx="10775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err="1">
                <a:solidFill>
                  <a:srgbClr val="FF0000"/>
                </a:solidFill>
              </a:rPr>
              <a:t>LangFrame</a:t>
            </a:r>
            <a:endParaRPr lang="ko-KR" altLang="en-US" sz="1400">
              <a:solidFill>
                <a:srgbClr val="FF0000"/>
              </a:solidFill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6C2BD250-F95F-47D1-947E-B0E83DF837E6}"/>
              </a:ext>
            </a:extLst>
          </p:cNvPr>
          <p:cNvSpPr/>
          <p:nvPr/>
        </p:nvSpPr>
        <p:spPr>
          <a:xfrm>
            <a:off x="10733050" y="495838"/>
            <a:ext cx="979479" cy="3593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400" b="1"/>
              <a:t>마이크</a:t>
            </a: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581158BD-DEC0-4A87-B4B6-4CCFFFA45C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943" y="575845"/>
            <a:ext cx="228600" cy="22860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E5142BA3-3BAF-4558-97A6-B19316E3905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3137" y="552439"/>
            <a:ext cx="228600" cy="22860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59F59114-77CA-4A38-9473-EEF2903F574F}"/>
              </a:ext>
            </a:extLst>
          </p:cNvPr>
          <p:cNvSpPr/>
          <p:nvPr/>
        </p:nvSpPr>
        <p:spPr>
          <a:xfrm>
            <a:off x="3119192" y="287867"/>
            <a:ext cx="1085250" cy="328853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12E1D6-0F02-4628-8CDC-AA1966386D5A}"/>
              </a:ext>
            </a:extLst>
          </p:cNvPr>
          <p:cNvSpPr txBox="1"/>
          <p:nvPr/>
        </p:nvSpPr>
        <p:spPr>
          <a:xfrm>
            <a:off x="9713264" y="-42362"/>
            <a:ext cx="2296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err="1">
                <a:solidFill>
                  <a:srgbClr val="FFC000"/>
                </a:solidFill>
              </a:rPr>
              <a:t>AppTranslateFrame</a:t>
            </a:r>
            <a:endParaRPr lang="ko-KR" altLang="en-US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2228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F01367E-1A98-4E1A-874B-31CC35487285}"/>
              </a:ext>
            </a:extLst>
          </p:cNvPr>
          <p:cNvSpPr/>
          <p:nvPr/>
        </p:nvSpPr>
        <p:spPr>
          <a:xfrm>
            <a:off x="440267" y="389467"/>
            <a:ext cx="11303000" cy="6172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040F27A-4549-4E35-A11D-E8CB4FED64BA}"/>
              </a:ext>
            </a:extLst>
          </p:cNvPr>
          <p:cNvSpPr/>
          <p:nvPr/>
        </p:nvSpPr>
        <p:spPr>
          <a:xfrm>
            <a:off x="711199" y="992164"/>
            <a:ext cx="2370667" cy="52816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48A20F1-97F3-4163-8848-7C84B0BF55B9}"/>
              </a:ext>
            </a:extLst>
          </p:cNvPr>
          <p:cNvSpPr/>
          <p:nvPr/>
        </p:nvSpPr>
        <p:spPr>
          <a:xfrm>
            <a:off x="3318933" y="992164"/>
            <a:ext cx="8060267" cy="52816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0D2A480-FEEE-4AC0-A4F1-33E167A7C52B}"/>
              </a:ext>
            </a:extLst>
          </p:cNvPr>
          <p:cNvSpPr/>
          <p:nvPr/>
        </p:nvSpPr>
        <p:spPr>
          <a:xfrm>
            <a:off x="711198" y="524934"/>
            <a:ext cx="2370667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FECBA0-67DC-45D4-81D5-0F3B6141C08C}"/>
              </a:ext>
            </a:extLst>
          </p:cNvPr>
          <p:cNvSpPr txBox="1"/>
          <p:nvPr/>
        </p:nvSpPr>
        <p:spPr>
          <a:xfrm>
            <a:off x="1248757" y="526543"/>
            <a:ext cx="129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로고 </a:t>
            </a:r>
            <a:r>
              <a:rPr lang="en-US" altLang="ko-KR"/>
              <a:t>------</a:t>
            </a:r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F524764-ADE9-4604-8880-B9DE2852E00A}"/>
              </a:ext>
            </a:extLst>
          </p:cNvPr>
          <p:cNvSpPr/>
          <p:nvPr/>
        </p:nvSpPr>
        <p:spPr>
          <a:xfrm>
            <a:off x="1015600" y="2012850"/>
            <a:ext cx="955578" cy="40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/>
              <a:t>설정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6AF1D8C-24EB-41AF-B884-917AE5BF7CF0}"/>
              </a:ext>
            </a:extLst>
          </p:cNvPr>
          <p:cNvSpPr/>
          <p:nvPr/>
        </p:nvSpPr>
        <p:spPr>
          <a:xfrm>
            <a:off x="1028700" y="5486400"/>
            <a:ext cx="1515604" cy="40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/>
              <a:t>언어 선택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5345EA1-1128-400E-8A0D-21C8AF25C454}"/>
              </a:ext>
            </a:extLst>
          </p:cNvPr>
          <p:cNvSpPr/>
          <p:nvPr/>
        </p:nvSpPr>
        <p:spPr>
          <a:xfrm>
            <a:off x="1015600" y="1394593"/>
            <a:ext cx="955578" cy="40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/>
              <a:t>번역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2BE63C3-231C-422C-B911-C3FF2021D32F}"/>
              </a:ext>
            </a:extLst>
          </p:cNvPr>
          <p:cNvSpPr/>
          <p:nvPr/>
        </p:nvSpPr>
        <p:spPr>
          <a:xfrm>
            <a:off x="3914272" y="1485202"/>
            <a:ext cx="6343498" cy="1320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0F31ADA-EAFC-4304-BE75-0962C67BF6B1}"/>
              </a:ext>
            </a:extLst>
          </p:cNvPr>
          <p:cNvSpPr/>
          <p:nvPr/>
        </p:nvSpPr>
        <p:spPr>
          <a:xfrm>
            <a:off x="3723692" y="1384674"/>
            <a:ext cx="918635" cy="296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영어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C5359DD-EB58-40D6-8891-C6ABD98527E5}"/>
              </a:ext>
            </a:extLst>
          </p:cNvPr>
          <p:cNvSpPr/>
          <p:nvPr/>
        </p:nvSpPr>
        <p:spPr>
          <a:xfrm>
            <a:off x="3992512" y="3005285"/>
            <a:ext cx="6265258" cy="1320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chemeClr val="bg1"/>
                </a:solidFill>
                <a:hlinkClick r:id="rId2" tooltip="중국어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中文中文中文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B8A560C-FB68-411E-85E5-69262BFB3C6C}"/>
              </a:ext>
            </a:extLst>
          </p:cNvPr>
          <p:cNvSpPr/>
          <p:nvPr/>
        </p:nvSpPr>
        <p:spPr>
          <a:xfrm>
            <a:off x="3755445" y="2914968"/>
            <a:ext cx="963157" cy="3153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chemeClr val="bg1"/>
                </a:solidFill>
                <a:hlinkClick r:id="rId2" tooltip="중국어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中文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EF7E449-02D9-464C-938E-E7A872E78B97}"/>
              </a:ext>
            </a:extLst>
          </p:cNvPr>
          <p:cNvSpPr/>
          <p:nvPr/>
        </p:nvSpPr>
        <p:spPr>
          <a:xfrm>
            <a:off x="3992512" y="4586863"/>
            <a:ext cx="6265258" cy="1320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err="1"/>
              <a:t>쏯쏯쏯</a:t>
            </a:r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15C3CB7-0869-496A-8106-E3729C8FF59B}"/>
              </a:ext>
            </a:extLst>
          </p:cNvPr>
          <p:cNvSpPr/>
          <p:nvPr/>
        </p:nvSpPr>
        <p:spPr>
          <a:xfrm>
            <a:off x="3723692" y="4464314"/>
            <a:ext cx="941846" cy="3074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日本語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40C778E-9111-49F7-9609-9432DEA8A8D0}"/>
              </a:ext>
            </a:extLst>
          </p:cNvPr>
          <p:cNvSpPr/>
          <p:nvPr/>
        </p:nvSpPr>
        <p:spPr>
          <a:xfrm>
            <a:off x="4281491" y="1855314"/>
            <a:ext cx="4080921" cy="1814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6566CD2-AE72-44B9-A1A5-99D9B3017FCB}"/>
              </a:ext>
            </a:extLst>
          </p:cNvPr>
          <p:cNvSpPr/>
          <p:nvPr/>
        </p:nvSpPr>
        <p:spPr>
          <a:xfrm>
            <a:off x="4281491" y="2089059"/>
            <a:ext cx="4080921" cy="1814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0117DAB-A892-417A-9CC9-E228FE852E82}"/>
              </a:ext>
            </a:extLst>
          </p:cNvPr>
          <p:cNvSpPr/>
          <p:nvPr/>
        </p:nvSpPr>
        <p:spPr>
          <a:xfrm>
            <a:off x="4281491" y="2314634"/>
            <a:ext cx="4080921" cy="1814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C1580EA-9A41-4DEC-9075-F51E4346676D}"/>
              </a:ext>
            </a:extLst>
          </p:cNvPr>
          <p:cNvSpPr/>
          <p:nvPr/>
        </p:nvSpPr>
        <p:spPr>
          <a:xfrm>
            <a:off x="4281491" y="2541472"/>
            <a:ext cx="4080921" cy="1814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9EDCA5A-49FD-46F3-8CD2-4613451204FF}"/>
              </a:ext>
            </a:extLst>
          </p:cNvPr>
          <p:cNvSpPr/>
          <p:nvPr/>
        </p:nvSpPr>
        <p:spPr>
          <a:xfrm>
            <a:off x="10102361" y="1684485"/>
            <a:ext cx="80358" cy="9222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2B03934-3130-4B4F-BEA6-B41E017E258F}"/>
              </a:ext>
            </a:extLst>
          </p:cNvPr>
          <p:cNvSpPr/>
          <p:nvPr/>
        </p:nvSpPr>
        <p:spPr>
          <a:xfrm>
            <a:off x="10099172" y="3315855"/>
            <a:ext cx="80358" cy="9222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F52962C-541E-42B2-83DE-80A602FF4590}"/>
              </a:ext>
            </a:extLst>
          </p:cNvPr>
          <p:cNvSpPr/>
          <p:nvPr/>
        </p:nvSpPr>
        <p:spPr>
          <a:xfrm>
            <a:off x="10070056" y="4786146"/>
            <a:ext cx="80358" cy="9222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B9D586E-B69A-4B56-9753-9D74D18D0C9A}"/>
              </a:ext>
            </a:extLst>
          </p:cNvPr>
          <p:cNvSpPr/>
          <p:nvPr/>
        </p:nvSpPr>
        <p:spPr>
          <a:xfrm>
            <a:off x="11193690" y="1397551"/>
            <a:ext cx="45719" cy="468793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BC96F314-4D55-46D7-8813-A013AE01D02A}"/>
              </a:ext>
            </a:extLst>
          </p:cNvPr>
          <p:cNvSpPr/>
          <p:nvPr/>
        </p:nvSpPr>
        <p:spPr>
          <a:xfrm>
            <a:off x="10549467" y="511156"/>
            <a:ext cx="829733" cy="3593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400" b="1"/>
              <a:t>저장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F7DB15B-6DF0-40CC-BE6C-09D6EA2B9512}"/>
              </a:ext>
            </a:extLst>
          </p:cNvPr>
          <p:cNvSpPr/>
          <p:nvPr/>
        </p:nvSpPr>
        <p:spPr>
          <a:xfrm>
            <a:off x="1028700" y="2631107"/>
            <a:ext cx="1148812" cy="40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/>
              <a:t>도움말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BD10779D-87FC-4233-872C-8C83098722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7157" y="574386"/>
            <a:ext cx="228600" cy="228600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3AE5E5B7-56D8-4935-9802-DE3E705F30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457" y="1495995"/>
            <a:ext cx="228600" cy="228600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5EFF6055-1E4E-4613-A3C0-C2861AB650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681" y="2089122"/>
            <a:ext cx="228600" cy="228600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CEBE27D6-7DD0-468C-80D9-3D8F00870B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457" y="2722936"/>
            <a:ext cx="228600" cy="228600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C270B35C-5574-4270-9B67-7ADE1CBA09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457" y="5575300"/>
            <a:ext cx="228600" cy="228600"/>
          </a:xfrm>
          <a:prstGeom prst="rect">
            <a:avLst/>
          </a:prstGeom>
        </p:spPr>
      </p:pic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CA5C89EE-3506-4015-9038-951198BAFB66}"/>
              </a:ext>
            </a:extLst>
          </p:cNvPr>
          <p:cNvSpPr/>
          <p:nvPr/>
        </p:nvSpPr>
        <p:spPr>
          <a:xfrm>
            <a:off x="9152471" y="507953"/>
            <a:ext cx="1274304" cy="3593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400" b="1"/>
              <a:t>녹음 시작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8AC4F01-4210-47A9-A597-13CF0F58C4D2}"/>
              </a:ext>
            </a:extLst>
          </p:cNvPr>
          <p:cNvSpPr txBox="1"/>
          <p:nvPr/>
        </p:nvSpPr>
        <p:spPr>
          <a:xfrm>
            <a:off x="5328159" y="587737"/>
            <a:ext cx="36423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i="1"/>
              <a:t>//</a:t>
            </a:r>
            <a:r>
              <a:rPr lang="ko-KR" altLang="en-US" sz="1400" i="1"/>
              <a:t>녹음시작</a:t>
            </a:r>
            <a:r>
              <a:rPr lang="en-US" altLang="ko-KR" sz="1400" i="1"/>
              <a:t>, </a:t>
            </a:r>
            <a:r>
              <a:rPr lang="ko-KR" altLang="en-US" sz="1400" i="1"/>
              <a:t>저장 버튼은 </a:t>
            </a:r>
            <a:r>
              <a:rPr lang="en-US" altLang="ko-KR" sz="1400" i="1"/>
              <a:t>“</a:t>
            </a:r>
            <a:r>
              <a:rPr lang="ko-KR" altLang="en-US" sz="1400" i="1"/>
              <a:t>번역</a:t>
            </a:r>
            <a:r>
              <a:rPr lang="en-US" altLang="ko-KR" sz="1400" i="1"/>
              <a:t>”</a:t>
            </a:r>
            <a:r>
              <a:rPr lang="ko-KR" altLang="en-US" sz="1400" i="1"/>
              <a:t>탭 에서만</a:t>
            </a:r>
            <a:r>
              <a:rPr lang="en-US" altLang="ko-KR" sz="1400" i="1"/>
              <a:t>-&gt;</a:t>
            </a:r>
            <a:endParaRPr lang="ko-KR" altLang="en-US" sz="1400" i="1"/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581158BD-DEC0-4A87-B4B6-4CCFFFA45C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338" y="583145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008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F2024C-5481-420B-906A-FFBFB59CB10F}"/>
              </a:ext>
            </a:extLst>
          </p:cNvPr>
          <p:cNvSpPr txBox="1"/>
          <p:nvPr/>
        </p:nvSpPr>
        <p:spPr>
          <a:xfrm>
            <a:off x="1998134" y="660400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저장 버튼 </a:t>
            </a:r>
            <a:r>
              <a:rPr lang="ko-KR" altLang="en-US" err="1"/>
              <a:t>모달</a:t>
            </a:r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70145AA-3EC1-4496-94AC-16649E617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681" y="1880405"/>
            <a:ext cx="5640252" cy="362723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90337238-BC45-49C4-8F8D-5938B0FDEAAF}"/>
              </a:ext>
            </a:extLst>
          </p:cNvPr>
          <p:cNvSpPr/>
          <p:nvPr/>
        </p:nvSpPr>
        <p:spPr>
          <a:xfrm>
            <a:off x="2504681" y="1627718"/>
            <a:ext cx="1135986" cy="1923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200"/>
              <a:t>전체 선택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A8825CD-B9DF-4D5B-8603-C549AC17B349}"/>
              </a:ext>
            </a:extLst>
          </p:cNvPr>
          <p:cNvSpPr/>
          <p:nvPr/>
        </p:nvSpPr>
        <p:spPr>
          <a:xfrm>
            <a:off x="4590987" y="4942133"/>
            <a:ext cx="898920" cy="3088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/>
              <a:t>저장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C5F6393-A485-4467-A853-B17C7B292080}"/>
              </a:ext>
            </a:extLst>
          </p:cNvPr>
          <p:cNvSpPr/>
          <p:nvPr/>
        </p:nvSpPr>
        <p:spPr>
          <a:xfrm>
            <a:off x="2091266" y="1029732"/>
            <a:ext cx="3632201" cy="44175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6FBE405-AB14-4E36-B359-5C1E678FEA24}"/>
              </a:ext>
            </a:extLst>
          </p:cNvPr>
          <p:cNvSpPr/>
          <p:nvPr/>
        </p:nvSpPr>
        <p:spPr>
          <a:xfrm>
            <a:off x="3084646" y="2734734"/>
            <a:ext cx="1955801" cy="279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선택할 언어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6A50AB-9584-4D97-855F-83E4F8F59EA4}"/>
              </a:ext>
            </a:extLst>
          </p:cNvPr>
          <p:cNvSpPr txBox="1"/>
          <p:nvPr/>
        </p:nvSpPr>
        <p:spPr>
          <a:xfrm>
            <a:off x="2686589" y="1159448"/>
            <a:ext cx="25859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/>
              <a:t>저장할 언어를 선택하세요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41C7DC60-CD06-463C-BF1F-2602700E96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7833" y="4982235"/>
            <a:ext cx="228600" cy="2286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195F63A-D2F7-4E58-8800-5BA3268160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289" y="1591436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200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8FF1E7A-9E3E-48DF-A141-A182AA99BCEB}"/>
              </a:ext>
            </a:extLst>
          </p:cNvPr>
          <p:cNvSpPr/>
          <p:nvPr/>
        </p:nvSpPr>
        <p:spPr>
          <a:xfrm>
            <a:off x="1668676" y="1049866"/>
            <a:ext cx="3707658" cy="322580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C60327-EBA8-4848-AAD6-62001458B41B}"/>
              </a:ext>
            </a:extLst>
          </p:cNvPr>
          <p:cNvSpPr txBox="1"/>
          <p:nvPr/>
        </p:nvSpPr>
        <p:spPr>
          <a:xfrm>
            <a:off x="1159934" y="457199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/>
              <a:t>설정 프레임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1A2BB3-2F67-40B0-B1A1-70134451C648}"/>
              </a:ext>
            </a:extLst>
          </p:cNvPr>
          <p:cNvSpPr txBox="1"/>
          <p:nvPr/>
        </p:nvSpPr>
        <p:spPr>
          <a:xfrm>
            <a:off x="5445030" y="1385278"/>
            <a:ext cx="1527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&lt;- </a:t>
            </a:r>
            <a:r>
              <a:rPr lang="ko-KR" altLang="en-US"/>
              <a:t>테마 설정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E86B113-99AA-4441-BA48-80E199C40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297" y="1156658"/>
            <a:ext cx="3377236" cy="142894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A67C279-3D29-4A0B-8F20-118BF771F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301" y="2725427"/>
            <a:ext cx="4359370" cy="77163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0767F4B-DBA2-4FB4-B9EE-1C93B21B9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8675" y="3790235"/>
            <a:ext cx="3818688" cy="22412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34C1816-536C-4774-97CA-D9868AB29C25}"/>
              </a:ext>
            </a:extLst>
          </p:cNvPr>
          <p:cNvSpPr txBox="1"/>
          <p:nvPr/>
        </p:nvSpPr>
        <p:spPr>
          <a:xfrm>
            <a:off x="5071533" y="2876679"/>
            <a:ext cx="1521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&lt;- UI </a:t>
            </a:r>
            <a:r>
              <a:rPr lang="ko-KR" altLang="en-US"/>
              <a:t>사이즈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5DDE32-0F78-4017-9645-C62B72ACC186}"/>
              </a:ext>
            </a:extLst>
          </p:cNvPr>
          <p:cNvSpPr txBox="1"/>
          <p:nvPr/>
        </p:nvSpPr>
        <p:spPr>
          <a:xfrm>
            <a:off x="5322886" y="3754580"/>
            <a:ext cx="1725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&lt;- API </a:t>
            </a:r>
            <a:r>
              <a:rPr lang="ko-KR" altLang="en-US"/>
              <a:t>키 입력</a:t>
            </a:r>
          </a:p>
        </p:txBody>
      </p:sp>
    </p:spTree>
    <p:extLst>
      <p:ext uri="{BB962C8B-B14F-4D97-AF65-F5344CB8AC3E}">
        <p14:creationId xmlns:p14="http://schemas.microsoft.com/office/powerpoint/2010/main" val="3288660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</TotalTime>
  <Words>324</Words>
  <Application>Microsoft Office PowerPoint</Application>
  <PresentationFormat>와이드스크린</PresentationFormat>
  <Paragraphs>80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bit1</dc:creator>
  <cp:lastModifiedBy>bit1</cp:lastModifiedBy>
  <cp:revision>28</cp:revision>
  <dcterms:created xsi:type="dcterms:W3CDTF">2025-05-24T08:24:15Z</dcterms:created>
  <dcterms:modified xsi:type="dcterms:W3CDTF">2025-05-28T07:41:36Z</dcterms:modified>
</cp:coreProperties>
</file>