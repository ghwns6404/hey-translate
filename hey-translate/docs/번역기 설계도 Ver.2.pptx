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5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t1" initials="b" lastIdx="1" clrIdx="0">
    <p:extLst>
      <p:ext uri="{19B8F6BF-5375-455C-9EA6-DF929625EA0E}">
        <p15:presenceInfo xmlns:p15="http://schemas.microsoft.com/office/powerpoint/2012/main" userId="bit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8T14:45:17.424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D3A9E-1ADB-43FF-B7E2-770576A47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8AD5F-E36C-4C6C-ACC0-E83AB0FC2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F9E73-C49C-43E8-A346-3E32EDD0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9B95-8F19-4D49-A0CE-18BD760C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35A1E-D56E-4A1D-A1A2-7C1B31DD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92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30516-AC60-477D-A564-BD1C3A12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7C5F8-6E89-4DCE-B311-7D4211FC5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3151A-EE8C-4773-BFA9-9DA136F3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8791D-129D-448D-8880-BF28CB42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D3A95-B48E-48E3-A8B9-01E02048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69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1EE65-3330-4D1E-A1E4-29EA0ACD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ED1CC-5BEE-43FB-943C-BB6CB5171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DA690-3763-426B-BE62-B2240BEF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2C40B-612D-4702-941C-0926137E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0E02A-5E72-4EF4-A2AA-DBB74476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C3B37-7926-40F7-BAD8-FE12AD91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2FE5C-AE44-424F-88EB-FC46505DE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42C2C7-6256-48FB-A97C-840339D3B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778873-37AD-4D8D-8A17-56A95FBA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D33490-B54D-44AF-89A0-BAF15024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6147BE-23A5-47CA-9AF9-615B3AF7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4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AE9F6-9DB0-43FA-BB33-69CEBAD49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EF7AF-5225-4503-AD51-BAF679B8E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59831-00E6-4568-85E1-B23405699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DCF695-A721-4669-8244-1AC4F66C6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592AD4-AD17-44FE-A5E2-DDFD5E008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F3A969-4629-4A8A-807D-C45AD9B2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48E566-2C69-40E7-81FF-34116455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990CF9-6747-4318-B35D-D2AE5F09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7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90D08-2B34-4F71-B54D-94B09E18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46AC09-3E7D-4A1D-96A7-C5CF7859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84C74-5021-42CC-A035-F5E7A27E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C2314E-10DC-40A3-B299-9AB9AF5E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5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331912-C2A5-4808-B69B-05713909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22F4BF-91CC-4330-A6FF-1D33F9E0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E52A5-35E0-4AD4-8160-0BFA4115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16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9D8EC-E531-49F7-B488-5F731188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6F9D1-0659-4691-A687-A8E2A48C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FFDBBA-8BD7-4E18-B082-7E791ED94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A8DAF-0CA7-429A-90DF-C75C5F05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84DD5-5F6D-4510-BE9D-BCF18907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3D745-A40C-4F1C-8516-4139AE22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62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F7A8A-4ADA-43D7-905C-511B9058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263474-6AD0-4D74-89D2-1990F805C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FB3683-DE74-48B9-8065-0A6B79A0F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AF580-FFD8-413E-A619-41552A14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CAAD50-7EB0-4D5D-B32B-BB881814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08B825-68C8-4E65-98D1-50B62EBB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56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F3127-A63A-4C9D-8F0C-3B7969FF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FC631D-996E-44D0-BF11-C200D6BD8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1EA2E3-CB9D-4C67-9D3F-CA1697BD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A2007-91B2-46F8-A211-40FA33E8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8AC435-0259-4A2E-8CFA-4E2D763F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55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239834-F562-4824-B657-441427A5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B00968-ED2A-4F6D-8A97-E8387A463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D8D30-2A4F-4AED-9BD6-C2EEA836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1073C-8988-48D2-8B0F-28ABE3C7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F556F-8E57-4E4E-ADC0-07D9699A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38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D8FDDB-5F0A-48A0-8377-AD1FBDBA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29DC5E-07B5-418D-B3E2-97F659AED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D619B-1997-44EE-96CF-C32DFD93C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8BFB27-9EC1-42A1-9CA8-F31D2D55B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536B6-DFA4-4BA9-A4F7-4348F53D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namu.wiki/w/%EC%A4%91%EA%B5%AD%EC%96%B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namu.wiki/w/%EC%A4%91%EA%B5%AD%EC%96%B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484247" y="408947"/>
          <a:ext cx="2389080" cy="1386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92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en-US" altLang="ko-KR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STT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 err="1"/>
                        <a:t>Stt</a:t>
                      </a:r>
                      <a:r>
                        <a:rPr lang="ko-KR" altLang="en-US" sz="2000" dirty="0"/>
                        <a:t>객체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8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Control</a:t>
                      </a:r>
                      <a:r>
                        <a:rPr lang="ko-KR" altLang="en-US" sz="1100" dirty="0"/>
                        <a:t>한테 받은 음성정보를 </a:t>
                      </a:r>
                      <a:r>
                        <a:rPr lang="en-US" altLang="ko-KR" sz="1100" dirty="0"/>
                        <a:t>text</a:t>
                      </a:r>
                      <a:r>
                        <a:rPr lang="ko-KR" altLang="en-US" sz="1100" dirty="0"/>
                        <a:t>로 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정보를 </a:t>
                      </a:r>
                      <a:r>
                        <a:rPr lang="ko-KR" altLang="en-US" sz="1100" dirty="0" err="1"/>
                        <a:t>번역객체한테</a:t>
                      </a:r>
                      <a:r>
                        <a:rPr lang="ko-KR" altLang="en-US" sz="1100" dirty="0"/>
                        <a:t> 넘겨줌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18141"/>
              </p:ext>
            </p:extLst>
          </p:nvPr>
        </p:nvGraphicFramePr>
        <p:xfrm>
          <a:off x="5881137" y="226979"/>
          <a:ext cx="5351639" cy="25183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51639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6281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&lt;&lt;</a:t>
                      </a:r>
                      <a:r>
                        <a:rPr lang="en-US" altLang="ko-KR" sz="1400" dirty="0" err="1"/>
                        <a:t>ui</a:t>
                      </a:r>
                      <a:r>
                        <a:rPr lang="ko-KR" altLang="en-US" sz="1400" dirty="0"/>
                        <a:t>한테 받은 정보를 처리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정제</a:t>
                      </a:r>
                      <a:r>
                        <a:rPr lang="en-US" altLang="ko-KR" sz="1400" dirty="0"/>
                        <a:t>)&gt;&gt;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482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Start( )</a:t>
                      </a:r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8192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161065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34857"/>
                  </a:ext>
                </a:extLst>
              </a:tr>
              <a:tr h="301673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020972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21454" y="262319"/>
            <a:ext cx="2794228" cy="1769682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140121"/>
              </p:ext>
            </p:extLst>
          </p:nvPr>
        </p:nvGraphicFramePr>
        <p:xfrm>
          <a:off x="2230492" y="6098533"/>
          <a:ext cx="2389080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2742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</a:t>
                      </a:r>
                      <a:r>
                        <a:rPr lang="ko-KR" altLang="en-US" sz="2000" dirty="0"/>
                        <a:t>시작점</a:t>
                      </a:r>
                      <a:r>
                        <a:rPr lang="en-US" altLang="ko-KR" sz="2000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dirty="0"/>
                        <a:t>main</a:t>
                      </a:r>
                      <a:endParaRPr lang="ko-KR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</a:tbl>
          </a:graphicData>
        </a:graphic>
      </p:graphicFrame>
      <p:cxnSp>
        <p:nvCxnSpPr>
          <p:cNvPr id="15" name="직선 화살표 연결선 14"/>
          <p:cNvCxnSpPr>
            <a:cxnSpLocks/>
            <a:endCxn id="39" idx="0"/>
          </p:cNvCxnSpPr>
          <p:nvPr/>
        </p:nvCxnSpPr>
        <p:spPr>
          <a:xfrm>
            <a:off x="8843697" y="2885687"/>
            <a:ext cx="0" cy="16783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cxnSpLocks/>
          </p:cNvCxnSpPr>
          <p:nvPr/>
        </p:nvCxnSpPr>
        <p:spPr>
          <a:xfrm flipV="1">
            <a:off x="3281350" y="5423081"/>
            <a:ext cx="0" cy="6468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091270" y="3020340"/>
            <a:ext cx="2670790" cy="243218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37" name="직선 화살표 연결선 36"/>
          <p:cNvCxnSpPr>
            <a:cxnSpLocks/>
            <a:stCxn id="30" idx="0"/>
          </p:cNvCxnSpPr>
          <p:nvPr/>
        </p:nvCxnSpPr>
        <p:spPr>
          <a:xfrm flipV="1">
            <a:off x="3426665" y="2198126"/>
            <a:ext cx="2234336" cy="8222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21899E-DB45-4FC8-BF5B-155DC3E89211}"/>
              </a:ext>
            </a:extLst>
          </p:cNvPr>
          <p:cNvSpPr/>
          <p:nvPr/>
        </p:nvSpPr>
        <p:spPr>
          <a:xfrm>
            <a:off x="5661002" y="74311"/>
            <a:ext cx="5785917" cy="2811376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E3BC63F-1987-4F8F-93D9-CF7F25687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89389"/>
              </p:ext>
            </p:extLst>
          </p:nvPr>
        </p:nvGraphicFramePr>
        <p:xfrm>
          <a:off x="7649157" y="4564007"/>
          <a:ext cx="238908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019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&lt;&lt;Translator&gt;&gt;</a:t>
                      </a:r>
                    </a:p>
                    <a:p>
                      <a:pPr algn="ctr" latinLnBrk="1"/>
                      <a:r>
                        <a:rPr lang="ko-KR" altLang="en-US" sz="2000" dirty="0"/>
                        <a:t>번역객체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Control</a:t>
                      </a:r>
                      <a:r>
                        <a:rPr lang="ko-KR" altLang="en-US" sz="900" dirty="0"/>
                        <a:t>한테 받은 음성정보 </a:t>
                      </a:r>
                      <a:r>
                        <a:rPr lang="en-US" altLang="ko-KR" sz="900" dirty="0"/>
                        <a:t>-&gt; </a:t>
                      </a:r>
                      <a:r>
                        <a:rPr lang="ko-KR" altLang="en-US" sz="900" dirty="0"/>
                        <a:t>번역본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208220-B372-4416-A148-E017C0F0C9B4}"/>
              </a:ext>
            </a:extLst>
          </p:cNvPr>
          <p:cNvCxnSpPr>
            <a:cxnSpLocks/>
          </p:cNvCxnSpPr>
          <p:nvPr/>
        </p:nvCxnSpPr>
        <p:spPr>
          <a:xfrm flipH="1">
            <a:off x="2990214" y="1102367"/>
            <a:ext cx="26707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6A8FE6B-1E30-44D8-85D2-C1360C5E9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863505"/>
              </p:ext>
            </p:extLst>
          </p:nvPr>
        </p:nvGraphicFramePr>
        <p:xfrm>
          <a:off x="2370451" y="3120161"/>
          <a:ext cx="2081561" cy="21567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1561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7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&lt;&lt;</a:t>
                      </a:r>
                      <a:r>
                        <a:rPr lang="ko-KR" altLang="en-US" sz="1400" b="1" dirty="0"/>
                        <a:t>부모 </a:t>
                      </a:r>
                      <a:r>
                        <a:rPr lang="en-US" altLang="ko-KR" sz="1400" b="1" dirty="0"/>
                        <a:t>UI</a:t>
                      </a:r>
                      <a:r>
                        <a:rPr lang="ko-KR" altLang="en-US" sz="1400" b="1" dirty="0"/>
                        <a:t>객체</a:t>
                      </a:r>
                      <a:r>
                        <a:rPr lang="en-US" altLang="ko-KR" sz="1400" b="1" dirty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App</a:t>
                      </a:r>
                    </a:p>
                    <a:p>
                      <a:pPr algn="ctr" latinLnBrk="1"/>
                      <a:r>
                        <a:rPr lang="en-US" altLang="ko-KR" sz="1100" b="0" i="1" dirty="0"/>
                        <a:t>(5</a:t>
                      </a:r>
                      <a:r>
                        <a:rPr lang="ko-KR" altLang="en-US" sz="1100" b="0" i="1" dirty="0"/>
                        <a:t>개의 클래스</a:t>
                      </a:r>
                      <a:r>
                        <a:rPr lang="en-US" altLang="ko-KR" sz="1100" b="0" i="1" dirty="0"/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 err="1"/>
                        <a:t>AppHeaderFrame</a:t>
                      </a:r>
                      <a:r>
                        <a:rPr lang="en-US" altLang="ko-KR" sz="1050" b="1" dirty="0"/>
                        <a:t> ()</a:t>
                      </a:r>
                      <a:endParaRPr lang="ko-KR" altLang="en-US" sz="105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 err="1">
                          <a:solidFill>
                            <a:schemeClr val="tx1"/>
                          </a:solidFill>
                        </a:rPr>
                        <a:t>LangFrame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언어 덩어리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err="1"/>
                        <a:t>AppTranslateFrame</a:t>
                      </a:r>
                      <a:r>
                        <a:rPr lang="en-US" altLang="ko-KR" sz="1000" b="1" dirty="0"/>
                        <a:t> (</a:t>
                      </a:r>
                      <a:r>
                        <a:rPr lang="ko-KR" altLang="en-US" sz="1000" b="1" dirty="0"/>
                        <a:t>번역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80887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AppSettingFrame</a:t>
                      </a:r>
                      <a:r>
                        <a:rPr lang="en-US" altLang="ko-KR" sz="1000" b="1" dirty="0"/>
                        <a:t> (</a:t>
                      </a:r>
                      <a:r>
                        <a:rPr lang="ko-KR" altLang="en-US" sz="1000" b="1" dirty="0"/>
                        <a:t>설정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33697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/>
                        <a:t>AppHelpFrame</a:t>
                      </a:r>
                      <a:r>
                        <a:rPr lang="en-US" altLang="ko-KR" sz="1000" b="1" dirty="0"/>
                        <a:t> (</a:t>
                      </a:r>
                      <a:r>
                        <a:rPr lang="ko-KR" altLang="en-US" sz="1000" b="1" dirty="0"/>
                        <a:t>도움말</a:t>
                      </a:r>
                      <a:r>
                        <a:rPr lang="en-US" altLang="ko-KR" sz="1000" b="1" dirty="0"/>
                        <a:t>)</a:t>
                      </a:r>
                      <a:endParaRPr lang="ko-KR" altLang="en-US" sz="10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38302"/>
                  </a:ext>
                </a:extLst>
              </a:tr>
            </a:tbl>
          </a:graphicData>
        </a:graphic>
      </p:graphicFrame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1035CCE-6F08-481F-9BC9-80C38CF258D4}"/>
              </a:ext>
            </a:extLst>
          </p:cNvPr>
          <p:cNvSpPr/>
          <p:nvPr/>
        </p:nvSpPr>
        <p:spPr>
          <a:xfrm>
            <a:off x="347679" y="2732473"/>
            <a:ext cx="5172563" cy="2989772"/>
          </a:xfrm>
          <a:prstGeom prst="snip1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EC28C-8823-48EA-AE2E-24B44083440C}"/>
              </a:ext>
            </a:extLst>
          </p:cNvPr>
          <p:cNvSpPr txBox="1"/>
          <p:nvPr/>
        </p:nvSpPr>
        <p:spPr>
          <a:xfrm>
            <a:off x="441408" y="2819171"/>
            <a:ext cx="87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UI</a:t>
            </a:r>
            <a:r>
              <a:rPr lang="ko-KR" altLang="en-US" dirty="0">
                <a:solidFill>
                  <a:schemeClr val="accent6"/>
                </a:solidFill>
              </a:rPr>
              <a:t>폴더</a:t>
            </a:r>
          </a:p>
          <a:p>
            <a:endParaRPr lang="ko-KR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4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01367E-1A98-4E1A-874B-31CC35487285}"/>
              </a:ext>
            </a:extLst>
          </p:cNvPr>
          <p:cNvSpPr/>
          <p:nvPr/>
        </p:nvSpPr>
        <p:spPr>
          <a:xfrm>
            <a:off x="479471" y="177799"/>
            <a:ext cx="11303000" cy="63923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40F27A-4549-4E35-A11D-E8CB4FED64BA}"/>
              </a:ext>
            </a:extLst>
          </p:cNvPr>
          <p:cNvSpPr/>
          <p:nvPr/>
        </p:nvSpPr>
        <p:spPr>
          <a:xfrm>
            <a:off x="711199" y="992164"/>
            <a:ext cx="23706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8A20F1-97F3-4163-8848-7C84B0BF55B9}"/>
              </a:ext>
            </a:extLst>
          </p:cNvPr>
          <p:cNvSpPr/>
          <p:nvPr/>
        </p:nvSpPr>
        <p:spPr>
          <a:xfrm>
            <a:off x="3318933" y="992164"/>
            <a:ext cx="80602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D2A480-FEEE-4AC0-A4F1-33E167A7C52B}"/>
              </a:ext>
            </a:extLst>
          </p:cNvPr>
          <p:cNvSpPr/>
          <p:nvPr/>
        </p:nvSpPr>
        <p:spPr>
          <a:xfrm>
            <a:off x="711198" y="524934"/>
            <a:ext cx="2370667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ECBA0-67DC-45D4-81D5-0F3B6141C08C}"/>
              </a:ext>
            </a:extLst>
          </p:cNvPr>
          <p:cNvSpPr txBox="1"/>
          <p:nvPr/>
        </p:nvSpPr>
        <p:spPr>
          <a:xfrm>
            <a:off x="1248757" y="526543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로고 </a:t>
            </a:r>
            <a:r>
              <a:rPr lang="en-US" altLang="ko-KR" dirty="0"/>
              <a:t>------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524764-ADE9-4604-8880-B9DE2852E00A}"/>
              </a:ext>
            </a:extLst>
          </p:cNvPr>
          <p:cNvSpPr/>
          <p:nvPr/>
        </p:nvSpPr>
        <p:spPr>
          <a:xfrm>
            <a:off x="1015600" y="2012850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AF1D8C-24EB-41AF-B884-917AE5BF7CF0}"/>
              </a:ext>
            </a:extLst>
          </p:cNvPr>
          <p:cNvSpPr/>
          <p:nvPr/>
        </p:nvSpPr>
        <p:spPr>
          <a:xfrm>
            <a:off x="1028700" y="5486400"/>
            <a:ext cx="1515604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언어 선택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345EA1-1128-400E-8A0D-21C8AF25C454}"/>
              </a:ext>
            </a:extLst>
          </p:cNvPr>
          <p:cNvSpPr/>
          <p:nvPr/>
        </p:nvSpPr>
        <p:spPr>
          <a:xfrm>
            <a:off x="1015600" y="1394593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번역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BE63C3-231C-422C-B911-C3FF2021D32F}"/>
              </a:ext>
            </a:extLst>
          </p:cNvPr>
          <p:cNvSpPr/>
          <p:nvPr/>
        </p:nvSpPr>
        <p:spPr>
          <a:xfrm>
            <a:off x="3914272" y="1485202"/>
            <a:ext cx="634349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F31ADA-EAFC-4304-BE75-0962C67BF6B1}"/>
              </a:ext>
            </a:extLst>
          </p:cNvPr>
          <p:cNvSpPr/>
          <p:nvPr/>
        </p:nvSpPr>
        <p:spPr>
          <a:xfrm>
            <a:off x="3746903" y="1347828"/>
            <a:ext cx="918635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5359DD-EB58-40D6-8891-C6ABD98527E5}"/>
              </a:ext>
            </a:extLst>
          </p:cNvPr>
          <p:cNvSpPr/>
          <p:nvPr/>
        </p:nvSpPr>
        <p:spPr>
          <a:xfrm>
            <a:off x="3992512" y="3099931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中文中文中文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8A560C-FB68-411E-85E5-69262BFB3C6C}"/>
              </a:ext>
            </a:extLst>
          </p:cNvPr>
          <p:cNvSpPr/>
          <p:nvPr/>
        </p:nvSpPr>
        <p:spPr>
          <a:xfrm>
            <a:off x="3755445" y="3009614"/>
            <a:ext cx="963157" cy="315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F7E449-02D9-464C-938E-E7A872E78B97}"/>
              </a:ext>
            </a:extLst>
          </p:cNvPr>
          <p:cNvSpPr/>
          <p:nvPr/>
        </p:nvSpPr>
        <p:spPr>
          <a:xfrm>
            <a:off x="3992512" y="4722896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쏯쏯쏯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5C3CB7-0869-496A-8106-E3729C8FF59B}"/>
              </a:ext>
            </a:extLst>
          </p:cNvPr>
          <p:cNvSpPr/>
          <p:nvPr/>
        </p:nvSpPr>
        <p:spPr>
          <a:xfrm>
            <a:off x="3723692" y="4600347"/>
            <a:ext cx="941846" cy="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日本語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C778E-9111-49F7-9609-9432DEA8A8D0}"/>
              </a:ext>
            </a:extLst>
          </p:cNvPr>
          <p:cNvSpPr/>
          <p:nvPr/>
        </p:nvSpPr>
        <p:spPr>
          <a:xfrm>
            <a:off x="4281491" y="185531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566CD2-AE72-44B9-A1A5-99D9B3017FCB}"/>
              </a:ext>
            </a:extLst>
          </p:cNvPr>
          <p:cNvSpPr/>
          <p:nvPr/>
        </p:nvSpPr>
        <p:spPr>
          <a:xfrm>
            <a:off x="4281491" y="2089059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117DAB-A892-417A-9CC9-E228FE852E82}"/>
              </a:ext>
            </a:extLst>
          </p:cNvPr>
          <p:cNvSpPr/>
          <p:nvPr/>
        </p:nvSpPr>
        <p:spPr>
          <a:xfrm>
            <a:off x="4281491" y="231463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1580EA-9A41-4DEC-9075-F51E4346676D}"/>
              </a:ext>
            </a:extLst>
          </p:cNvPr>
          <p:cNvSpPr/>
          <p:nvPr/>
        </p:nvSpPr>
        <p:spPr>
          <a:xfrm>
            <a:off x="4281491" y="2541472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EDCA5A-49FD-46F3-8CD2-4613451204FF}"/>
              </a:ext>
            </a:extLst>
          </p:cNvPr>
          <p:cNvSpPr/>
          <p:nvPr/>
        </p:nvSpPr>
        <p:spPr>
          <a:xfrm>
            <a:off x="10102361" y="168448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B03934-3130-4B4F-BEA6-B41E017E258F}"/>
              </a:ext>
            </a:extLst>
          </p:cNvPr>
          <p:cNvSpPr/>
          <p:nvPr/>
        </p:nvSpPr>
        <p:spPr>
          <a:xfrm>
            <a:off x="10099172" y="331585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52962C-541E-42B2-83DE-80A602FF4590}"/>
              </a:ext>
            </a:extLst>
          </p:cNvPr>
          <p:cNvSpPr/>
          <p:nvPr/>
        </p:nvSpPr>
        <p:spPr>
          <a:xfrm>
            <a:off x="10070056" y="4786146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9D586E-B69A-4B56-9753-9D74D18D0C9A}"/>
              </a:ext>
            </a:extLst>
          </p:cNvPr>
          <p:cNvSpPr/>
          <p:nvPr/>
        </p:nvSpPr>
        <p:spPr>
          <a:xfrm>
            <a:off x="11193690" y="1397551"/>
            <a:ext cx="45719" cy="46879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C96F314-4D55-46D7-8813-A013AE01D02A}"/>
              </a:ext>
            </a:extLst>
          </p:cNvPr>
          <p:cNvSpPr/>
          <p:nvPr/>
        </p:nvSpPr>
        <p:spPr>
          <a:xfrm>
            <a:off x="10549467" y="511156"/>
            <a:ext cx="829733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/>
              <a:t>저장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7DB15B-6DF0-40CC-BE6C-09D6EA2B9512}"/>
              </a:ext>
            </a:extLst>
          </p:cNvPr>
          <p:cNvSpPr/>
          <p:nvPr/>
        </p:nvSpPr>
        <p:spPr>
          <a:xfrm>
            <a:off x="1028700" y="2631107"/>
            <a:ext cx="11488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도움말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D10779D-87FC-4233-872C-8C8309872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157" y="574386"/>
            <a:ext cx="228600" cy="2286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AE5E5B7-56D8-4935-9802-DE3E705F3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1495995"/>
            <a:ext cx="228600" cy="228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EFF6055-1E4E-4613-A3C0-C2861AB65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2089122"/>
            <a:ext cx="228600" cy="228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EBE27D6-7DD0-468C-80D9-3D8F00870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2722936"/>
            <a:ext cx="228600" cy="2286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270B35C-5574-4270-9B67-7ADE1CBA09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5575300"/>
            <a:ext cx="228600" cy="228600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A5C89EE-3506-4015-9038-951198BAFB66}"/>
              </a:ext>
            </a:extLst>
          </p:cNvPr>
          <p:cNvSpPr/>
          <p:nvPr/>
        </p:nvSpPr>
        <p:spPr>
          <a:xfrm>
            <a:off x="9152471" y="507953"/>
            <a:ext cx="1274304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/>
              <a:t>녹음 시작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C4F01-4210-47A9-A597-13CF0F58C4D2}"/>
              </a:ext>
            </a:extLst>
          </p:cNvPr>
          <p:cNvSpPr txBox="1"/>
          <p:nvPr/>
        </p:nvSpPr>
        <p:spPr>
          <a:xfrm>
            <a:off x="5328159" y="587737"/>
            <a:ext cx="3642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/>
              <a:t>//</a:t>
            </a:r>
            <a:r>
              <a:rPr lang="ko-KR" altLang="en-US" sz="1400" i="1" dirty="0"/>
              <a:t>녹음시작</a:t>
            </a:r>
            <a:r>
              <a:rPr lang="en-US" altLang="ko-KR" sz="1400" i="1" dirty="0"/>
              <a:t>, </a:t>
            </a:r>
            <a:r>
              <a:rPr lang="ko-KR" altLang="en-US" sz="1400" i="1" dirty="0"/>
              <a:t>저장 버튼은 </a:t>
            </a:r>
            <a:r>
              <a:rPr lang="en-US" altLang="ko-KR" sz="1400" i="1" dirty="0"/>
              <a:t>“</a:t>
            </a:r>
            <a:r>
              <a:rPr lang="ko-KR" altLang="en-US" sz="1400" i="1" dirty="0"/>
              <a:t>번역</a:t>
            </a:r>
            <a:r>
              <a:rPr lang="en-US" altLang="ko-KR" sz="1400" i="1" dirty="0"/>
              <a:t>”</a:t>
            </a:r>
            <a:r>
              <a:rPr lang="ko-KR" altLang="en-US" sz="1400" i="1" dirty="0"/>
              <a:t>탭 에서만</a:t>
            </a:r>
            <a:r>
              <a:rPr lang="en-US" altLang="ko-KR" sz="1400" i="1" dirty="0"/>
              <a:t>-&gt;</a:t>
            </a:r>
            <a:endParaRPr lang="ko-KR" altLang="en-US" sz="1400" i="1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81158BD-DEC0-4A87-B4B6-4CCFFFA45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338" y="583145"/>
            <a:ext cx="228600" cy="2286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06A9AD0-8329-4B47-813A-AF1F7D3A216F}"/>
              </a:ext>
            </a:extLst>
          </p:cNvPr>
          <p:cNvSpPr/>
          <p:nvPr/>
        </p:nvSpPr>
        <p:spPr>
          <a:xfrm>
            <a:off x="567267" y="321733"/>
            <a:ext cx="2628974" cy="610446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F59114-77CA-4A38-9473-EEF2903F574F}"/>
              </a:ext>
            </a:extLst>
          </p:cNvPr>
          <p:cNvSpPr/>
          <p:nvPr/>
        </p:nvSpPr>
        <p:spPr>
          <a:xfrm>
            <a:off x="3196241" y="245533"/>
            <a:ext cx="1085250" cy="32885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15C02B-8C0A-4A50-8652-8D3FEA05242C}"/>
              </a:ext>
            </a:extLst>
          </p:cNvPr>
          <p:cNvSpPr txBox="1"/>
          <p:nvPr/>
        </p:nvSpPr>
        <p:spPr>
          <a:xfrm>
            <a:off x="3225794" y="272282"/>
            <a:ext cx="133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/>
              <a:t>HeaderFrame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2C2606-C603-43E1-BF27-E568F0B6133D}"/>
              </a:ext>
            </a:extLst>
          </p:cNvPr>
          <p:cNvSpPr txBox="1"/>
          <p:nvPr/>
        </p:nvSpPr>
        <p:spPr>
          <a:xfrm>
            <a:off x="2177512" y="16810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5A04B0-7B87-4705-B8C6-3147C993FBA0}"/>
              </a:ext>
            </a:extLst>
          </p:cNvPr>
          <p:cNvSpPr/>
          <p:nvPr/>
        </p:nvSpPr>
        <p:spPr>
          <a:xfrm>
            <a:off x="3513743" y="1149621"/>
            <a:ext cx="7224444" cy="1759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550186B-1439-428E-A122-A8D80BE54290}"/>
              </a:ext>
            </a:extLst>
          </p:cNvPr>
          <p:cNvSpPr/>
          <p:nvPr/>
        </p:nvSpPr>
        <p:spPr>
          <a:xfrm>
            <a:off x="3196241" y="0"/>
            <a:ext cx="8753360" cy="677333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12E1D6-0F02-4628-8CDC-AA1966386D5A}"/>
              </a:ext>
            </a:extLst>
          </p:cNvPr>
          <p:cNvSpPr txBox="1"/>
          <p:nvPr/>
        </p:nvSpPr>
        <p:spPr>
          <a:xfrm>
            <a:off x="9600945" y="110199"/>
            <a:ext cx="229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C000"/>
                </a:solidFill>
              </a:rPr>
              <a:t>AppTranslateFrame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F5548E-F792-4C9E-9EAA-CC61A0668259}"/>
              </a:ext>
            </a:extLst>
          </p:cNvPr>
          <p:cNvSpPr txBox="1"/>
          <p:nvPr/>
        </p:nvSpPr>
        <p:spPr>
          <a:xfrm>
            <a:off x="6419659" y="909910"/>
            <a:ext cx="1077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LangFrame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22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01367E-1A98-4E1A-874B-31CC35487285}"/>
              </a:ext>
            </a:extLst>
          </p:cNvPr>
          <p:cNvSpPr/>
          <p:nvPr/>
        </p:nvSpPr>
        <p:spPr>
          <a:xfrm>
            <a:off x="440267" y="389467"/>
            <a:ext cx="11303000" cy="617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40F27A-4549-4E35-A11D-E8CB4FED64BA}"/>
              </a:ext>
            </a:extLst>
          </p:cNvPr>
          <p:cNvSpPr/>
          <p:nvPr/>
        </p:nvSpPr>
        <p:spPr>
          <a:xfrm>
            <a:off x="711199" y="992164"/>
            <a:ext cx="23706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8A20F1-97F3-4163-8848-7C84B0BF55B9}"/>
              </a:ext>
            </a:extLst>
          </p:cNvPr>
          <p:cNvSpPr/>
          <p:nvPr/>
        </p:nvSpPr>
        <p:spPr>
          <a:xfrm>
            <a:off x="3318933" y="992164"/>
            <a:ext cx="80602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D2A480-FEEE-4AC0-A4F1-33E167A7C52B}"/>
              </a:ext>
            </a:extLst>
          </p:cNvPr>
          <p:cNvSpPr/>
          <p:nvPr/>
        </p:nvSpPr>
        <p:spPr>
          <a:xfrm>
            <a:off x="711198" y="524934"/>
            <a:ext cx="2370667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ECBA0-67DC-45D4-81D5-0F3B6141C08C}"/>
              </a:ext>
            </a:extLst>
          </p:cNvPr>
          <p:cNvSpPr txBox="1"/>
          <p:nvPr/>
        </p:nvSpPr>
        <p:spPr>
          <a:xfrm>
            <a:off x="1248757" y="526543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로고 </a:t>
            </a:r>
            <a:r>
              <a:rPr lang="en-US" altLang="ko-KR" dirty="0"/>
              <a:t>------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524764-ADE9-4604-8880-B9DE2852E00A}"/>
              </a:ext>
            </a:extLst>
          </p:cNvPr>
          <p:cNvSpPr/>
          <p:nvPr/>
        </p:nvSpPr>
        <p:spPr>
          <a:xfrm>
            <a:off x="1015600" y="2012850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AF1D8C-24EB-41AF-B884-917AE5BF7CF0}"/>
              </a:ext>
            </a:extLst>
          </p:cNvPr>
          <p:cNvSpPr/>
          <p:nvPr/>
        </p:nvSpPr>
        <p:spPr>
          <a:xfrm>
            <a:off x="1028700" y="5486400"/>
            <a:ext cx="1515604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언어 선택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345EA1-1128-400E-8A0D-21C8AF25C454}"/>
              </a:ext>
            </a:extLst>
          </p:cNvPr>
          <p:cNvSpPr/>
          <p:nvPr/>
        </p:nvSpPr>
        <p:spPr>
          <a:xfrm>
            <a:off x="1015600" y="1394593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번역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BE63C3-231C-422C-B911-C3FF2021D32F}"/>
              </a:ext>
            </a:extLst>
          </p:cNvPr>
          <p:cNvSpPr/>
          <p:nvPr/>
        </p:nvSpPr>
        <p:spPr>
          <a:xfrm>
            <a:off x="3914272" y="1485202"/>
            <a:ext cx="634349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F31ADA-EAFC-4304-BE75-0962C67BF6B1}"/>
              </a:ext>
            </a:extLst>
          </p:cNvPr>
          <p:cNvSpPr/>
          <p:nvPr/>
        </p:nvSpPr>
        <p:spPr>
          <a:xfrm>
            <a:off x="3723692" y="1384674"/>
            <a:ext cx="918635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5359DD-EB58-40D6-8891-C6ABD98527E5}"/>
              </a:ext>
            </a:extLst>
          </p:cNvPr>
          <p:cNvSpPr/>
          <p:nvPr/>
        </p:nvSpPr>
        <p:spPr>
          <a:xfrm>
            <a:off x="3992512" y="3005285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中文中文中文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8A560C-FB68-411E-85E5-69262BFB3C6C}"/>
              </a:ext>
            </a:extLst>
          </p:cNvPr>
          <p:cNvSpPr/>
          <p:nvPr/>
        </p:nvSpPr>
        <p:spPr>
          <a:xfrm>
            <a:off x="3755445" y="2914968"/>
            <a:ext cx="963157" cy="315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F7E449-02D9-464C-938E-E7A872E78B97}"/>
              </a:ext>
            </a:extLst>
          </p:cNvPr>
          <p:cNvSpPr/>
          <p:nvPr/>
        </p:nvSpPr>
        <p:spPr>
          <a:xfrm>
            <a:off x="3992512" y="4586863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쏯쏯쏯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5C3CB7-0869-496A-8106-E3729C8FF59B}"/>
              </a:ext>
            </a:extLst>
          </p:cNvPr>
          <p:cNvSpPr/>
          <p:nvPr/>
        </p:nvSpPr>
        <p:spPr>
          <a:xfrm>
            <a:off x="3723692" y="4464314"/>
            <a:ext cx="941846" cy="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日本語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C778E-9111-49F7-9609-9432DEA8A8D0}"/>
              </a:ext>
            </a:extLst>
          </p:cNvPr>
          <p:cNvSpPr/>
          <p:nvPr/>
        </p:nvSpPr>
        <p:spPr>
          <a:xfrm>
            <a:off x="4281491" y="185531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566CD2-AE72-44B9-A1A5-99D9B3017FCB}"/>
              </a:ext>
            </a:extLst>
          </p:cNvPr>
          <p:cNvSpPr/>
          <p:nvPr/>
        </p:nvSpPr>
        <p:spPr>
          <a:xfrm>
            <a:off x="4281491" y="2089059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117DAB-A892-417A-9CC9-E228FE852E82}"/>
              </a:ext>
            </a:extLst>
          </p:cNvPr>
          <p:cNvSpPr/>
          <p:nvPr/>
        </p:nvSpPr>
        <p:spPr>
          <a:xfrm>
            <a:off x="4281491" y="231463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1580EA-9A41-4DEC-9075-F51E4346676D}"/>
              </a:ext>
            </a:extLst>
          </p:cNvPr>
          <p:cNvSpPr/>
          <p:nvPr/>
        </p:nvSpPr>
        <p:spPr>
          <a:xfrm>
            <a:off x="4281491" y="2541472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EDCA5A-49FD-46F3-8CD2-4613451204FF}"/>
              </a:ext>
            </a:extLst>
          </p:cNvPr>
          <p:cNvSpPr/>
          <p:nvPr/>
        </p:nvSpPr>
        <p:spPr>
          <a:xfrm>
            <a:off x="10102361" y="168448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B03934-3130-4B4F-BEA6-B41E017E258F}"/>
              </a:ext>
            </a:extLst>
          </p:cNvPr>
          <p:cNvSpPr/>
          <p:nvPr/>
        </p:nvSpPr>
        <p:spPr>
          <a:xfrm>
            <a:off x="10099172" y="331585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52962C-541E-42B2-83DE-80A602FF4590}"/>
              </a:ext>
            </a:extLst>
          </p:cNvPr>
          <p:cNvSpPr/>
          <p:nvPr/>
        </p:nvSpPr>
        <p:spPr>
          <a:xfrm>
            <a:off x="10070056" y="4786146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9D586E-B69A-4B56-9753-9D74D18D0C9A}"/>
              </a:ext>
            </a:extLst>
          </p:cNvPr>
          <p:cNvSpPr/>
          <p:nvPr/>
        </p:nvSpPr>
        <p:spPr>
          <a:xfrm>
            <a:off x="11193690" y="1397551"/>
            <a:ext cx="45719" cy="46879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C96F314-4D55-46D7-8813-A013AE01D02A}"/>
              </a:ext>
            </a:extLst>
          </p:cNvPr>
          <p:cNvSpPr/>
          <p:nvPr/>
        </p:nvSpPr>
        <p:spPr>
          <a:xfrm>
            <a:off x="10549467" y="511156"/>
            <a:ext cx="829733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/>
              <a:t>저장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7DB15B-6DF0-40CC-BE6C-09D6EA2B9512}"/>
              </a:ext>
            </a:extLst>
          </p:cNvPr>
          <p:cNvSpPr/>
          <p:nvPr/>
        </p:nvSpPr>
        <p:spPr>
          <a:xfrm>
            <a:off x="1028700" y="2631107"/>
            <a:ext cx="11488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도움말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D10779D-87FC-4233-872C-8C8309872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157" y="574386"/>
            <a:ext cx="228600" cy="2286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AE5E5B7-56D8-4935-9802-DE3E705F3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1495995"/>
            <a:ext cx="228600" cy="228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EFF6055-1E4E-4613-A3C0-C2861AB65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2089122"/>
            <a:ext cx="228600" cy="228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EBE27D6-7DD0-468C-80D9-3D8F00870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2722936"/>
            <a:ext cx="228600" cy="2286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270B35C-5574-4270-9B67-7ADE1CBA09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5575300"/>
            <a:ext cx="228600" cy="228600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A5C89EE-3506-4015-9038-951198BAFB66}"/>
              </a:ext>
            </a:extLst>
          </p:cNvPr>
          <p:cNvSpPr/>
          <p:nvPr/>
        </p:nvSpPr>
        <p:spPr>
          <a:xfrm>
            <a:off x="9152471" y="507953"/>
            <a:ext cx="1274304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 dirty="0"/>
              <a:t>녹음 시작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C4F01-4210-47A9-A597-13CF0F58C4D2}"/>
              </a:ext>
            </a:extLst>
          </p:cNvPr>
          <p:cNvSpPr txBox="1"/>
          <p:nvPr/>
        </p:nvSpPr>
        <p:spPr>
          <a:xfrm>
            <a:off x="5328159" y="587737"/>
            <a:ext cx="3642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/>
              <a:t>//</a:t>
            </a:r>
            <a:r>
              <a:rPr lang="ko-KR" altLang="en-US" sz="1400" i="1" dirty="0"/>
              <a:t>녹음시작</a:t>
            </a:r>
            <a:r>
              <a:rPr lang="en-US" altLang="ko-KR" sz="1400" i="1" dirty="0"/>
              <a:t>, </a:t>
            </a:r>
            <a:r>
              <a:rPr lang="ko-KR" altLang="en-US" sz="1400" i="1" dirty="0"/>
              <a:t>저장 버튼은 </a:t>
            </a:r>
            <a:r>
              <a:rPr lang="en-US" altLang="ko-KR" sz="1400" i="1" dirty="0"/>
              <a:t>“</a:t>
            </a:r>
            <a:r>
              <a:rPr lang="ko-KR" altLang="en-US" sz="1400" i="1" dirty="0"/>
              <a:t>번역</a:t>
            </a:r>
            <a:r>
              <a:rPr lang="en-US" altLang="ko-KR" sz="1400" i="1" dirty="0"/>
              <a:t>”</a:t>
            </a:r>
            <a:r>
              <a:rPr lang="ko-KR" altLang="en-US" sz="1400" i="1" dirty="0"/>
              <a:t>탭 에서만</a:t>
            </a:r>
            <a:r>
              <a:rPr lang="en-US" altLang="ko-KR" sz="1400" i="1" dirty="0"/>
              <a:t>-&gt;</a:t>
            </a:r>
            <a:endParaRPr lang="ko-KR" altLang="en-US" sz="1400" i="1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81158BD-DEC0-4A87-B4B6-4CCFFFA45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338" y="583145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0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F2024C-5481-420B-906A-FFBFB59CB10F}"/>
              </a:ext>
            </a:extLst>
          </p:cNvPr>
          <p:cNvSpPr txBox="1"/>
          <p:nvPr/>
        </p:nvSpPr>
        <p:spPr>
          <a:xfrm>
            <a:off x="1998134" y="66040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저장 버튼 </a:t>
            </a:r>
            <a:r>
              <a:rPr lang="ko-KR" altLang="en-US" dirty="0" err="1"/>
              <a:t>모달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0145AA-3EC1-4496-94AC-16649E617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81" y="1880405"/>
            <a:ext cx="5640252" cy="36272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0337238-BC45-49C4-8F8D-5938B0FDEAAF}"/>
              </a:ext>
            </a:extLst>
          </p:cNvPr>
          <p:cNvSpPr/>
          <p:nvPr/>
        </p:nvSpPr>
        <p:spPr>
          <a:xfrm>
            <a:off x="2504681" y="1627718"/>
            <a:ext cx="1135986" cy="192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/>
              <a:t>전체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8825CD-B9DF-4D5B-8603-C549AC17B349}"/>
              </a:ext>
            </a:extLst>
          </p:cNvPr>
          <p:cNvSpPr/>
          <p:nvPr/>
        </p:nvSpPr>
        <p:spPr>
          <a:xfrm>
            <a:off x="4590987" y="4942133"/>
            <a:ext cx="898920" cy="308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/>
              <a:t>저장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5F6393-A485-4467-A853-B17C7B292080}"/>
              </a:ext>
            </a:extLst>
          </p:cNvPr>
          <p:cNvSpPr/>
          <p:nvPr/>
        </p:nvSpPr>
        <p:spPr>
          <a:xfrm>
            <a:off x="2091266" y="1029732"/>
            <a:ext cx="3632201" cy="4417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FBE405-AB14-4E36-B359-5C1E678FEA24}"/>
              </a:ext>
            </a:extLst>
          </p:cNvPr>
          <p:cNvSpPr/>
          <p:nvPr/>
        </p:nvSpPr>
        <p:spPr>
          <a:xfrm>
            <a:off x="3084646" y="2734734"/>
            <a:ext cx="1955801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선택할 언어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A50AB-9584-4D97-855F-83E4F8F59EA4}"/>
              </a:ext>
            </a:extLst>
          </p:cNvPr>
          <p:cNvSpPr txBox="1"/>
          <p:nvPr/>
        </p:nvSpPr>
        <p:spPr>
          <a:xfrm>
            <a:off x="2686589" y="1159448"/>
            <a:ext cx="2585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저장할 언어를 선택하세요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1C7DC60-CD06-463C-BF1F-2602700E9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33" y="4982235"/>
            <a:ext cx="228600" cy="228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195F63A-D2F7-4E58-8800-5BA326816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289" y="15914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0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FF1E7A-9E3E-48DF-A141-A182AA99BCEB}"/>
              </a:ext>
            </a:extLst>
          </p:cNvPr>
          <p:cNvSpPr/>
          <p:nvPr/>
        </p:nvSpPr>
        <p:spPr>
          <a:xfrm>
            <a:off x="1668676" y="1049866"/>
            <a:ext cx="3707658" cy="32258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60327-EBA8-4848-AAD6-62001458B41B}"/>
              </a:ext>
            </a:extLst>
          </p:cNvPr>
          <p:cNvSpPr txBox="1"/>
          <p:nvPr/>
        </p:nvSpPr>
        <p:spPr>
          <a:xfrm>
            <a:off x="1159934" y="45719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설정 프레임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A2BB3-2F67-40B0-B1A1-70134451C648}"/>
              </a:ext>
            </a:extLst>
          </p:cNvPr>
          <p:cNvSpPr txBox="1"/>
          <p:nvPr/>
        </p:nvSpPr>
        <p:spPr>
          <a:xfrm>
            <a:off x="5445030" y="138527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</a:t>
            </a:r>
            <a:r>
              <a:rPr lang="ko-KR" altLang="en-US" dirty="0"/>
              <a:t>테마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86B113-99AA-4441-BA48-80E199C4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97" y="1156658"/>
            <a:ext cx="3377236" cy="14289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7C279-3D29-4A0B-8F20-118BF771F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301" y="2725427"/>
            <a:ext cx="4359370" cy="7716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767F4B-DBA2-4FB4-B9EE-1C93B21B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675" y="3790235"/>
            <a:ext cx="3818688" cy="2241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C1816-536C-4774-97CA-D9868AB29C25}"/>
              </a:ext>
            </a:extLst>
          </p:cNvPr>
          <p:cNvSpPr txBox="1"/>
          <p:nvPr/>
        </p:nvSpPr>
        <p:spPr>
          <a:xfrm>
            <a:off x="5071533" y="2876679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UI </a:t>
            </a:r>
            <a:r>
              <a:rPr lang="ko-KR" altLang="en-US" dirty="0"/>
              <a:t>사이즈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DDE32-0F78-4017-9645-C62B72ACC186}"/>
              </a:ext>
            </a:extLst>
          </p:cNvPr>
          <p:cNvSpPr txBox="1"/>
          <p:nvPr/>
        </p:nvSpPr>
        <p:spPr>
          <a:xfrm>
            <a:off x="5322886" y="3754580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&lt;- API </a:t>
            </a:r>
            <a:r>
              <a:rPr lang="ko-KR" altLang="en-US" dirty="0"/>
              <a:t>키 입력</a:t>
            </a:r>
          </a:p>
        </p:txBody>
      </p:sp>
    </p:spTree>
    <p:extLst>
      <p:ext uri="{BB962C8B-B14F-4D97-AF65-F5344CB8AC3E}">
        <p14:creationId xmlns:p14="http://schemas.microsoft.com/office/powerpoint/2010/main" val="328866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152</Words>
  <Application>Microsoft Office PowerPoint</Application>
  <PresentationFormat>와이드스크린</PresentationFormat>
  <Paragraphs>59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bit1</dc:creator>
  <cp:lastModifiedBy>bit1</cp:lastModifiedBy>
  <cp:revision>17</cp:revision>
  <dcterms:created xsi:type="dcterms:W3CDTF">2025-05-24T08:24:15Z</dcterms:created>
  <dcterms:modified xsi:type="dcterms:W3CDTF">2025-05-28T05:47:46Z</dcterms:modified>
</cp:coreProperties>
</file>